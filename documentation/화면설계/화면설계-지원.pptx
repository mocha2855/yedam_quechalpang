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305" r:id="rId3"/>
    <p:sldId id="307" r:id="rId4"/>
    <p:sldId id="308" r:id="rId5"/>
    <p:sldId id="313" r:id="rId6"/>
    <p:sldId id="312" r:id="rId7"/>
    <p:sldId id="310" r:id="rId8"/>
    <p:sldId id="311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3" autoAdjust="0"/>
    <p:restoredTop sz="94690" autoAdjust="0"/>
  </p:normalViewPr>
  <p:slideViewPr>
    <p:cSldViewPr snapToGrid="0">
      <p:cViewPr>
        <p:scale>
          <a:sx n="100" d="100"/>
          <a:sy n="100" d="100"/>
        </p:scale>
        <p:origin x="144" y="210"/>
      </p:cViewPr>
      <p:guideLst>
        <p:guide orient="horz" pos="2159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presProps" Target="presProps.xml"  /><Relationship Id="rId11" Type="http://schemas.openxmlformats.org/officeDocument/2006/relationships/viewProps" Target="viewProps.xml"  /><Relationship Id="rId12" Type="http://schemas.openxmlformats.org/officeDocument/2006/relationships/theme" Target="theme/theme1.xml"  /><Relationship Id="rId13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2176669B-97A9-4B46-89EC-CD5A079D3158}" type="datetime1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FF523B0-649E-4BCC-BAB9-C797E5D00F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319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960266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008648"/>
      </p:ext>
    </p:extLst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705382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8703237"/>
      </p:ext>
    </p:extLst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996944"/>
      </p:ext>
    </p:extLst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1567390"/>
      </p:ext>
    </p:extLst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694785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0774E7-377B-4684-ABD2-FF18547CF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505C45-075B-4ABD-8830-4A2C410DB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F6CF88-FBD6-40BA-AA65-3BF14479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C07BE1-053A-493A-A82F-FA13A9D5E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D918B-FE23-4C25-8BB4-885E7725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41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B4188-9255-43BE-80C1-2C75ED1C5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AB1FCB-9342-4DCD-AD29-6882C2A49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26A791-C59E-4277-9779-9F355985C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E26ED2-44AB-4D45-AB73-99E4EB6E3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88C3FF-A82F-4889-A5B9-8B1EBCD62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569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3657A-9E46-4765-9F36-AB7883842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35B003-1D2E-431B-BB3B-277AD7D4D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9098D2-3E3C-4DFD-8BED-98D0808AD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5E8ACE-09CE-405C-8B4B-596459B23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BFB5A6-11B7-405E-962B-0DA23DB6B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89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31C60-C722-4798-AAC4-3D419F189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477236-5BB9-43F8-B65F-5BFDF7CA8E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952598-AEFB-4C75-A66C-6EB670A1F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1EBF6B-D5A9-4A5E-BA30-B79672458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9EA337-F895-4649-A2EF-3B345F5A4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DA978C-BAEC-46F8-B84B-111024E1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547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B4B0A4-DC72-4C20-AFC2-CD47E575B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ADDFA8-2759-4A24-A56B-B55811FE5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1112F2-46E1-4B88-95A0-A1E90678F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09226B-D1D7-4FD8-83AA-866E152D9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8A9F56B-BB65-4A98-834B-8F296E869A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B743901-114C-4572-BA12-2FD114B10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9CEC6F-5DC3-4851-9647-1D17372D1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1EEE2F8-963D-4772-9FC5-6CE38CFB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746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9FC1F-DE60-462F-9CBF-A1638E31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61C87B3-9F7C-434A-8675-FA46A4BF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662E5C-D237-4D42-9E62-1D52B75F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E878B8-EE02-409E-B746-824FC74FF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07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CF4172-419C-4EDB-A00B-D3E4A6EDB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DEC190-7DFF-423A-99D5-89534BCB6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79826C-4835-4824-8FC5-A3D89455B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9212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26B5F8-BD7C-4042-B192-FC8AD4BB4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7E39B6-D53A-4CC1-86BD-DD6A7DB9F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F289D8-1CC5-450E-B91C-571EB092C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73C92C-E1B1-4D3B-8435-B92CE9637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C18964-36DA-4808-ABBF-A19409BEF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657FA3-B017-436A-9276-A76E1829A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79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35213-D618-44E9-972F-69CDFE303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5D1BDF3-EDC0-472D-82E3-24DB62B3F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66D22-3421-4315-B627-D231DE4FF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B9A537-559A-42C9-BE00-57952C7F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D10122-1C3E-4AE6-A9A2-800805EEE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D91D8-D632-4479-A24A-EA7C8C31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747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2911B4-50AC-4A4E-842F-4326FA2B2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0136CE-76CD-456C-9AE2-91FFA24C0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E0C09D-9A22-4D88-9AC8-1DAA0FFF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C71110-0023-4745-AA93-EE045342C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2DFBC9-99B9-4516-9269-0674F20F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534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6B95C6-23CB-4E21-906E-46CFC8957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D7E8F4-AB06-4F3E-854F-570A16820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219F86-F45B-4696-8E80-92F828A9D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180D07-87CB-4CE3-BFDD-F45855157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32DAF6-FE90-4406-8FC1-56E1B7D22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731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마스터 텍스트 스타일을 편집하려면 클릭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두 번째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세 번째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네 번째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 번째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2022-03-18</a:t>
            </a:fld>
            <a:endParaRPr lang="ko-KR" altLang="en-US">
              <a:latin typeface="맑은 고딕" charset="0"/>
              <a:ea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  <a:endParaRPr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201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F77704-4182-4A60-91B5-164971EDB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365546-44DB-41D9-907B-40B7F14E8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77A9B2-0845-4823-8DB4-55F8D956FE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A555E0-A0E1-4F94-8065-7AFD9E4ED9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4A7E02-EB6C-4E29-AEEF-7CB63DD8F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23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메인 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Dv-req-001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관리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좌측 사이드바에는 검색바가 존재한다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테이블 리스트 오른쪽 상단에 탭을 넣어 운영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종료 된 기관을 구분하여 한번에 볼 수 있도록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시스템 관리자는 기관을 등록할 수 있어야한다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또한 변경사항이 있을 시 수정 또한 가능해야한다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시스템관리자가 관리자 권한으로 로그인 했을 시 메인 화면이다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6" name="그림 4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388" y="1358246"/>
            <a:ext cx="7838802" cy="4442296"/>
          </a:xfrm>
          <a:prstGeom prst="rect">
            <a:avLst/>
          </a:prstGeom>
        </p:spPr>
      </p:pic>
      <p:sp>
        <p:nvSpPr>
          <p:cNvPr id="34" name="직사각형 33"/>
          <p:cNvSpPr/>
          <p:nvPr/>
        </p:nvSpPr>
        <p:spPr>
          <a:xfrm>
            <a:off x="7918909" y="528654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3</a:t>
            </a:r>
            <a:endParaRPr lang="ko-KR" altLang="en-US" sz="1000"/>
          </a:p>
        </p:txBody>
      </p:sp>
      <p:sp>
        <p:nvSpPr>
          <p:cNvPr id="28" name="직사각형 27"/>
          <p:cNvSpPr/>
          <p:nvPr/>
        </p:nvSpPr>
        <p:spPr>
          <a:xfrm>
            <a:off x="681789" y="1638854"/>
            <a:ext cx="182880" cy="24384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1</a:t>
            </a:r>
            <a:endParaRPr lang="ko-KR" altLang="en-US" sz="1000"/>
          </a:p>
        </p:txBody>
      </p:sp>
      <p:sp>
        <p:nvSpPr>
          <p:cNvPr id="48" name="직사각형 47"/>
          <p:cNvSpPr/>
          <p:nvPr/>
        </p:nvSpPr>
        <p:spPr>
          <a:xfrm>
            <a:off x="7899358" y="331109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4</a:t>
            </a:r>
            <a:endParaRPr lang="en-US" altLang="ko-KR" sz="1000"/>
          </a:p>
        </p:txBody>
      </p:sp>
      <p:sp>
        <p:nvSpPr>
          <p:cNvPr id="49" name="직사각형 48"/>
          <p:cNvSpPr/>
          <p:nvPr/>
        </p:nvSpPr>
        <p:spPr>
          <a:xfrm>
            <a:off x="8131468" y="128804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5</a:t>
            </a:r>
            <a:endParaRPr lang="en-US" altLang="ko-KR" sz="1000"/>
          </a:p>
        </p:txBody>
      </p:sp>
      <p:sp>
        <p:nvSpPr>
          <p:cNvPr id="50" name="직사각형 49"/>
          <p:cNvSpPr/>
          <p:nvPr/>
        </p:nvSpPr>
        <p:spPr>
          <a:xfrm>
            <a:off x="6832182" y="2477001"/>
            <a:ext cx="892092" cy="1604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6710420" y="231629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2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1820114846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메인 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기관등록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Dv-req-002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등록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 등록에는 순서대로 기관명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주소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대표전호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이메일 순서로 등록을 할 수 있게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운영여부 라디오 버튼을 이용하여 운영여부를 결정하도록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7" name="그림 4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46101" y="1421917"/>
            <a:ext cx="8030696" cy="4515480"/>
          </a:xfrm>
          <a:prstGeom prst="rect">
            <a:avLst/>
          </a:prstGeom>
        </p:spPr>
      </p:pic>
      <p:sp>
        <p:nvSpPr>
          <p:cNvPr id="33" name="직사각형 32"/>
          <p:cNvSpPr/>
          <p:nvPr/>
        </p:nvSpPr>
        <p:spPr>
          <a:xfrm>
            <a:off x="3031514" y="471935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2</a:t>
            </a:r>
            <a:endParaRPr lang="ko-KR" altLang="en-US" sz="1000"/>
          </a:p>
        </p:txBody>
      </p:sp>
      <p:sp>
        <p:nvSpPr>
          <p:cNvPr id="28" name="직사각형 27"/>
          <p:cNvSpPr/>
          <p:nvPr/>
        </p:nvSpPr>
        <p:spPr>
          <a:xfrm>
            <a:off x="3058026" y="2521170"/>
            <a:ext cx="182880" cy="24384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1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1482096249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Dv-003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기관 관리자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Dv-req-001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관리자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좌측 사이드바에는 검색바가 존재한다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관리자나 기관명을 넣으면 검색되게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좌측 사이드바에서 필터를 이용하여 활성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비활성 관리자를 골라서 찾을 수 있게 만든다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 관리자가 회원 가입 시 승인을 해줄수 있어야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관리자가 비활성화 된 경우 버튼이 삭제로 바뀌면서 불투명을 주어 비활성화 된 것을 확실히 나타낸다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시스템 관리자는 기관 관리자를 등록할 수 있어야한다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7" name="그림 4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30577" y="1153582"/>
            <a:ext cx="8235043" cy="4893415"/>
          </a:xfrm>
          <a:prstGeom prst="rect">
            <a:avLst/>
          </a:prstGeom>
        </p:spPr>
      </p:pic>
      <p:sp>
        <p:nvSpPr>
          <p:cNvPr id="28" name="직사각형 27"/>
          <p:cNvSpPr/>
          <p:nvPr/>
        </p:nvSpPr>
        <p:spPr>
          <a:xfrm>
            <a:off x="311372" y="1226104"/>
            <a:ext cx="182880" cy="24384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1</a:t>
            </a:r>
            <a:endParaRPr lang="ko-KR" altLang="en-US" sz="1000"/>
          </a:p>
        </p:txBody>
      </p:sp>
      <p:sp>
        <p:nvSpPr>
          <p:cNvPr id="34" name="직사각형 33"/>
          <p:cNvSpPr/>
          <p:nvPr/>
        </p:nvSpPr>
        <p:spPr>
          <a:xfrm>
            <a:off x="7717824" y="239729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3</a:t>
            </a:r>
            <a:endParaRPr lang="ko-KR" altLang="en-US" sz="1000"/>
          </a:p>
        </p:txBody>
      </p:sp>
      <p:sp>
        <p:nvSpPr>
          <p:cNvPr id="33" name="직사각형 32"/>
          <p:cNvSpPr/>
          <p:nvPr/>
        </p:nvSpPr>
        <p:spPr>
          <a:xfrm>
            <a:off x="402390" y="241830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2</a:t>
            </a:r>
            <a:endParaRPr lang="ko-KR" altLang="en-US" sz="1000"/>
          </a:p>
        </p:txBody>
      </p:sp>
      <p:sp>
        <p:nvSpPr>
          <p:cNvPr id="48" name="직사각형 47"/>
          <p:cNvSpPr/>
          <p:nvPr/>
        </p:nvSpPr>
        <p:spPr>
          <a:xfrm>
            <a:off x="1784807" y="4941524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4</a:t>
            </a:r>
            <a:endParaRPr lang="en-US" altLang="ko-KR" sz="1000"/>
          </a:p>
        </p:txBody>
      </p:sp>
      <p:sp>
        <p:nvSpPr>
          <p:cNvPr id="49" name="직사각형 48"/>
          <p:cNvSpPr/>
          <p:nvPr/>
        </p:nvSpPr>
        <p:spPr>
          <a:xfrm>
            <a:off x="7323065" y="528971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5</a:t>
            </a:r>
            <a:endParaRPr lang="en-US" altLang="ko-KR" sz="1000"/>
          </a:p>
        </p:txBody>
      </p:sp>
    </p:spTree>
    <p:extLst>
      <p:ext uri="{BB962C8B-B14F-4D97-AF65-F5344CB8AC3E}">
        <p14:creationId xmlns:p14="http://schemas.microsoft.com/office/powerpoint/2010/main" val="1166097555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Dv-004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기관 관리자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Dv-req-001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관리자 등록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 관리자 등록은 아이디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담당자명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기관명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연락처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이메일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비밀번호 순서로 작성하게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가입시에는 무조건 활성으로 고정 해놓고 시작한다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1" name="그림 5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75252" y="1347412"/>
            <a:ext cx="8008333" cy="4687049"/>
          </a:xfrm>
          <a:prstGeom prst="rect">
            <a:avLst/>
          </a:prstGeom>
        </p:spPr>
      </p:pic>
      <p:sp>
        <p:nvSpPr>
          <p:cNvPr id="28" name="직사각형 27"/>
          <p:cNvSpPr/>
          <p:nvPr/>
        </p:nvSpPr>
        <p:spPr>
          <a:xfrm>
            <a:off x="2883122" y="2073829"/>
            <a:ext cx="182880" cy="24384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1</a:t>
            </a:r>
            <a:endParaRPr lang="ko-KR" altLang="en-US" sz="1000"/>
          </a:p>
        </p:txBody>
      </p:sp>
      <p:sp>
        <p:nvSpPr>
          <p:cNvPr id="33" name="직사각형 32"/>
          <p:cNvSpPr/>
          <p:nvPr/>
        </p:nvSpPr>
        <p:spPr>
          <a:xfrm>
            <a:off x="2878890" y="518055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2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1742737445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Dv-005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기관 관리자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Dv-req-001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관리자 수정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 관리자 등록은 아이디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담당자명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기관명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연락처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이메일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0" name="그림 4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33374" y="1109284"/>
            <a:ext cx="8055601" cy="5115682"/>
          </a:xfrm>
          <a:prstGeom prst="rect">
            <a:avLst/>
          </a:prstGeom>
        </p:spPr>
      </p:pic>
      <p:sp>
        <p:nvSpPr>
          <p:cNvPr id="28" name="직사각형 27"/>
          <p:cNvSpPr/>
          <p:nvPr/>
        </p:nvSpPr>
        <p:spPr>
          <a:xfrm>
            <a:off x="2883122" y="1873804"/>
            <a:ext cx="182880" cy="24384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1</a:t>
            </a:r>
            <a:endParaRPr lang="ko-KR" altLang="en-US" sz="1000"/>
          </a:p>
        </p:txBody>
      </p:sp>
      <p:sp>
        <p:nvSpPr>
          <p:cNvPr id="34" name="직사각형 33"/>
          <p:cNvSpPr/>
          <p:nvPr/>
        </p:nvSpPr>
        <p:spPr>
          <a:xfrm>
            <a:off x="2869599" y="525479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3</a:t>
            </a:r>
            <a:endParaRPr lang="ko-KR" altLang="en-US" sz="1000"/>
          </a:p>
        </p:txBody>
      </p:sp>
      <p:sp>
        <p:nvSpPr>
          <p:cNvPr id="33" name="직사각형 32"/>
          <p:cNvSpPr/>
          <p:nvPr/>
        </p:nvSpPr>
        <p:spPr>
          <a:xfrm>
            <a:off x="2878890" y="463763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2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3491095846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메인 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Dv-req-001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관리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좌측 사이드바에는 검색바가 존재한다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테이블 리스트 오른쪽 상단에 탭을 넣어 운영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종료 된 기관을 구분하여 한번에 볼 수 있도록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시스템 관리자는 기관을 등록할 수 있어야한다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또한 변경사항이 있을 시 수정 또한 가능해야한다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시스템관리자가 관리자 권한으로 로그인 했을 시 메인 화면이다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6" name="그림 4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388" y="1358246"/>
            <a:ext cx="7838802" cy="4442296"/>
          </a:xfrm>
          <a:prstGeom prst="rect">
            <a:avLst/>
          </a:prstGeom>
        </p:spPr>
      </p:pic>
      <p:sp>
        <p:nvSpPr>
          <p:cNvPr id="33" name="직사각형 32"/>
          <p:cNvSpPr/>
          <p:nvPr/>
        </p:nvSpPr>
        <p:spPr>
          <a:xfrm>
            <a:off x="6731224" y="232306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2</a:t>
            </a:r>
            <a:endParaRPr lang="ko-KR" altLang="en-US" sz="1000"/>
          </a:p>
        </p:txBody>
      </p:sp>
      <p:sp>
        <p:nvSpPr>
          <p:cNvPr id="34" name="직사각형 33"/>
          <p:cNvSpPr/>
          <p:nvPr/>
        </p:nvSpPr>
        <p:spPr>
          <a:xfrm>
            <a:off x="7918909" y="528654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3</a:t>
            </a:r>
            <a:endParaRPr lang="ko-KR" altLang="en-US" sz="1000"/>
          </a:p>
        </p:txBody>
      </p:sp>
      <p:sp>
        <p:nvSpPr>
          <p:cNvPr id="28" name="직사각형 27"/>
          <p:cNvSpPr/>
          <p:nvPr/>
        </p:nvSpPr>
        <p:spPr>
          <a:xfrm>
            <a:off x="681789" y="1638854"/>
            <a:ext cx="182880" cy="24384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1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2102332224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메인 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Dv-req-001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관리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좌측 사이드바에는 검색바가 존재한다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테이블 리스트 오른쪽 상단에 탭을 넣어 운영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종료 된 기관을 구분하여 한번에 볼 수 있도록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시스템 관리자는 기관을 등록할 수 있어야한다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또한 변경사항이 있을 시 수정 또한 가능해야한다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시스템관리자가 관리자 권한으로 로그인 했을 시 메인 화면이다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6" name="그림 4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388" y="1358246"/>
            <a:ext cx="7838802" cy="4442296"/>
          </a:xfrm>
          <a:prstGeom prst="rect">
            <a:avLst/>
          </a:prstGeom>
        </p:spPr>
      </p:pic>
      <p:sp>
        <p:nvSpPr>
          <p:cNvPr id="33" name="직사각형 32"/>
          <p:cNvSpPr/>
          <p:nvPr/>
        </p:nvSpPr>
        <p:spPr>
          <a:xfrm>
            <a:off x="6731224" y="232306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2</a:t>
            </a:r>
            <a:endParaRPr lang="ko-KR" altLang="en-US" sz="1000"/>
          </a:p>
        </p:txBody>
      </p:sp>
      <p:sp>
        <p:nvSpPr>
          <p:cNvPr id="34" name="직사각형 33"/>
          <p:cNvSpPr/>
          <p:nvPr/>
        </p:nvSpPr>
        <p:spPr>
          <a:xfrm>
            <a:off x="7918909" y="528654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3</a:t>
            </a:r>
            <a:endParaRPr lang="ko-KR" altLang="en-US" sz="1000"/>
          </a:p>
        </p:txBody>
      </p:sp>
      <p:sp>
        <p:nvSpPr>
          <p:cNvPr id="28" name="직사각형 27"/>
          <p:cNvSpPr/>
          <p:nvPr/>
        </p:nvSpPr>
        <p:spPr>
          <a:xfrm>
            <a:off x="681789" y="1638854"/>
            <a:ext cx="182880" cy="24384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1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1042935564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23</ep:Words>
  <ep:PresentationFormat>와이드스크린</ep:PresentationFormat>
  <ep:Paragraphs>24</ep:Paragraphs>
  <ep:Slides>7</ep:Slides>
  <ep:Notes>7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ep:HeadingPairs>
  <ep:TitlesOfParts>
    <vt:vector size="8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2022-03-17T06:40:34.000</dcterms:created>
  <dc:creator>ByungHo</dc:creator>
  <cp:lastModifiedBy>admin</cp:lastModifiedBy>
  <dcterms:modified xsi:type="dcterms:W3CDTF">2025-12-15T07:45:52.911</dcterms:modified>
  <cp:revision>17</cp:revision>
  <dc:title>ㅇㄹㄴㅇㄹ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