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305" r:id="rId3"/>
    <p:sldId id="259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879" autoAdjust="0"/>
    <p:restoredTop sz="94690" autoAdjust="0"/>
  </p:normalViewPr>
  <p:slideViewPr>
    <p:cSldViewPr snapToGrid="0">
      <p:cViewPr varScale="1">
        <p:scale>
          <a:sx n="100" d="100"/>
          <a:sy n="100" d="100"/>
        </p:scale>
        <p:origin x="339" y="48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7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56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9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39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6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4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52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663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57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55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2498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2025-12-16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Dv-001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메인화면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메인 화면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로그인 후 메인 화면에서 센터의 모든 지원자들의 신청현황을 확인할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 보기 버튼을 누르면 해당 지원신청 페이지로 이동해 해당 지원자의 지원신청서를 볼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기관담당자 미배정 지원자의 담당자를 배정할 수 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버튼을 누르면 모달창으로 담당자 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 이름을 누르면 모달창에서 담당자 변경이나 담당자 추가배정이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제출한 지원자의 대기단계를 대기단계승인 버튼을 눌러 승인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담당자는 배정되었으나 담당자가 아직 대기단계 제출을 하지 않은 경우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로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담당자가 지원계획서를 제출한 시점에서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대기단계가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지원결과의 경우도 동일하게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지원계획을 승인한 시점에서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해당 지원자의 원래 대기단계인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으로 바뀐다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 보기버튼을 누르면 상담내역 확인 페이지로 이동한다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사이드바에서 상세검색이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EFCFEF46-0AAF-4EE4-9454-C0BD941C2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2" y="1009574"/>
            <a:ext cx="8252626" cy="516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7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45804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첫화면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담당자 배정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승인모달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 </a:t>
                      </a:r>
                      <a:r>
                        <a:rPr lang="ko-KR" altLang="en-US" sz="1000" dirty="0" err="1"/>
                        <a:t>메인화면에</a:t>
                      </a:r>
                      <a:r>
                        <a:rPr lang="ko-KR" altLang="en-US" sz="1000" dirty="0"/>
                        <a:t> 따른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담당자를 배정할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 추가가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lvl="0" indent="0" latinLnBrk="1">
                        <a:buNone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대기단계의 승인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반려가 가능하다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A7A5CF7-6C05-46F5-B97B-4BA0BA40E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57" y="1093752"/>
            <a:ext cx="8264532" cy="517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1099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지원신청서를 관리하는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지원신청서를 제출한 지원자의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탭에서 지원신청서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지원결과서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상담내역을 선택해 정보를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수정이력 버튼을 누르면 모달창으로 누가 수정했는지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기관관리자는 지원자의 지원신청서의 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기관관리자가 승인해야 할 계획서나 결과서가 있다면 이 섹션에서 확인 가능하며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승인과 반려를 해야한다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8D1D575-651E-4E6B-B9EA-921197C95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5" y="1012370"/>
            <a:ext cx="8151495" cy="51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9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57053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지원신청서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 확인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수정이력 버튼을 누르면 뜨는 수정이력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수정이력 버튼 클릭으로 수정이력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지원신청서의 수정이력을 확인한다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6BF4696-D1FE-4847-B523-9A3DFAD57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21" y="1068699"/>
            <a:ext cx="8189770" cy="513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4161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지원계획서 관리페이지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지원계획서의 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목록을 확인한다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계획서의 작성일과 승인일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반려일이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승인이 필요한 지원계획서 목록이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승인버튼을 누르면 확인 모달창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반려버튼을 누르면 반려사유를 입력하는 모달창이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53627528-B305-4F7D-B75E-FEF3E4A7D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11" y="1100014"/>
            <a:ext cx="8281661" cy="518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7098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지원계획서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지원계획서 승인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반려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반려사유를 입력하고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최종 반려가 제출된다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끝에 지원계획서가 승인된다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CB60355B-82C6-437D-A0C9-86772EF4B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3" y="1068700"/>
            <a:ext cx="8220191" cy="51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164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지원결과서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지원결과서 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반려 된 지원결과서 목록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관리자가 승인해야 할 지원결과 목록이 나타난다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1A62DD4-2B6C-4DE3-A912-9C48ACD96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97" y="1187697"/>
            <a:ext cx="8129797" cy="509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54494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상담내역 확인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상담내역 확인 테이블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기관담당자가 작성한 상담내역 확인이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04B4511A-255E-4664-B924-CFC5DE3BD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73" y="1006069"/>
            <a:ext cx="8144521" cy="51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76121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관리자의 담당자관리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담당자관리 버튼으로 관리페이지에 진입한다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 검색박스에서 담당자명을 드롭박스에서 선택하거나 담당자명을 입력해 검색한다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센터이름과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센터에 소속된 담당자 정보를 한번에 확인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변동이 있는 담당자를 체크박스로 다중선택한다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사용 승인이 필요한 담당자를 한번에 승인하거나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퇴직한 담당자의 정보를 한번에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승인여부가 표시된다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E36016B2-A386-4463-B1E7-4AD55E10B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90" y="942856"/>
            <a:ext cx="8310644" cy="520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99579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담당자관리 모달창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삭제 시 모달창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수정 버튼을 클릭하면 나타나는 모달창에서 해당 담당자의 정보수정이 가능하다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최종적인 수정이 이루어진다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이중확인 후 선택된 담당자를 삭제한다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3E8499E-BFFA-48CC-8BB3-B7AD07AB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89" y="1137592"/>
            <a:ext cx="8078342" cy="510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06202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/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/>
                <a:gridCol w="3330146"/>
                <a:gridCol w="747583"/>
                <a:gridCol w="3657600"/>
                <a:gridCol w="852617"/>
                <a:gridCol w="1173891"/>
                <a:gridCol w="673444"/>
                <a:gridCol w="741405"/>
              </a:tblGrid>
              <a:tr h="256517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  <a:endParaRPr lang="en-US" altLang="ko-KR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마이페이지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65669"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관리자가 본인 정보 수정</a:t>
                      </a:r>
                      <a:r>
                        <a:rPr lang="en-US" altLang="ko-KR" sz="1000"/>
                        <a:t>,</a:t>
                      </a:r>
                      <a:r>
                        <a:rPr lang="ko-KR" altLang="en-US" sz="1000"/>
                        <a:t> 기관정보 수정을 할 수 있는 페이지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담당자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김태균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장다정</a:t>
                      </a: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122774"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 gridSpan="4">
                  <a:txBody>
                    <a:bodyPr vert="horz" lIns="91440" tIns="45720" rIns="91440" bIns="45720" anchor="t" anchorCtr="0"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사이드바에 나의 정보가 표시되고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내정보 수정 버튼을 누르면 연락처와 이메일만 수정이 가능하도록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input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상자로 전환되어 나의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해당 기관의 정보를 수정한다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기관명과 주소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전화번호 수정이 가능하며 기관 담당자 수는 자동으로 업데이트되어 출력된다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0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  <a:endParaRPr lang="ko-KR" altLang="en-US" sz="100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 marL="91440" marR="914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EE3197B8-2CD2-4AFE-9AB0-8F51524E1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16" y="1100015"/>
            <a:ext cx="8200224" cy="514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9024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11</ep:Slides>
  <ep:Notes>11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2022-03-17T06:40:34.000</dcterms:created>
  <dc:creator>ByungHo</dc:creator>
  <cp:lastModifiedBy>admin</cp:lastModifiedBy>
  <dcterms:modified xsi:type="dcterms:W3CDTF">2025-12-17T00:25:40.950</dcterms:modified>
  <cp:revision>38</cp:revision>
  <dc:title>ㅇㄹㄴㅇㄹ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