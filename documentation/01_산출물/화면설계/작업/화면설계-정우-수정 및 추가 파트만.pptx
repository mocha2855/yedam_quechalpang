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13" r:id="rId2"/>
    <p:sldId id="321" r:id="rId3"/>
    <p:sldId id="322" r:id="rId4"/>
    <p:sldId id="323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EA6ADD-C744-496D-940A-3ECBE7973753}" v="673" dt="2025-12-16T19:25:06.240"/>
    <p1510:client id="{A1E0902B-C5CB-4B61-A599-2780785C1F95}" v="49" dt="2025-12-17T03:06:18.1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90" autoAdjust="0"/>
  </p:normalViewPr>
  <p:slideViewPr>
    <p:cSldViewPr snapToGrid="0">
      <p:cViewPr varScale="1">
        <p:scale>
          <a:sx n="93" d="100"/>
          <a:sy n="93" d="100"/>
        </p:scale>
        <p:origin x="1236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우 서" userId="85ff6ff5d4fe7c1e" providerId="LiveId" clId="{DD2B2293-DBD0-4001-B839-C4D1AC066E0F}"/>
    <pc:docChg chg="undo custSel addSld modSld">
      <pc:chgData name="정우 서" userId="85ff6ff5d4fe7c1e" providerId="LiveId" clId="{DD2B2293-DBD0-4001-B839-C4D1AC066E0F}" dt="2025-12-17T03:06:18.139" v="533" actId="164"/>
      <pc:docMkLst>
        <pc:docMk/>
      </pc:docMkLst>
      <pc:sldChg chg="addSp delSp modSp mod">
        <pc:chgData name="정우 서" userId="85ff6ff5d4fe7c1e" providerId="LiveId" clId="{DD2B2293-DBD0-4001-B839-C4D1AC066E0F}" dt="2025-12-17T03:06:18.139" v="533" actId="164"/>
        <pc:sldMkLst>
          <pc:docMk/>
          <pc:sldMk cId="3779784726" sldId="313"/>
        </pc:sldMkLst>
        <pc:spChg chg="add del">
          <ac:chgData name="정우 서" userId="85ff6ff5d4fe7c1e" providerId="LiveId" clId="{DD2B2293-DBD0-4001-B839-C4D1AC066E0F}" dt="2025-12-17T02:24:34.123" v="3" actId="22"/>
          <ac:spMkLst>
            <pc:docMk/>
            <pc:sldMk cId="3779784726" sldId="313"/>
            <ac:spMk id="3" creationId="{8FD6825E-3838-3AFE-3606-56CD422E2AEF}"/>
          </ac:spMkLst>
        </pc:spChg>
        <pc:spChg chg="mod">
          <ac:chgData name="정우 서" userId="85ff6ff5d4fe7c1e" providerId="LiveId" clId="{DD2B2293-DBD0-4001-B839-C4D1AC066E0F}" dt="2025-12-17T03:06:18.139" v="533" actId="164"/>
          <ac:spMkLst>
            <pc:docMk/>
            <pc:sldMk cId="3779784726" sldId="313"/>
            <ac:spMk id="6" creationId="{5AA405C4-B750-33F8-7626-F141F928C151}"/>
          </ac:spMkLst>
        </pc:spChg>
        <pc:spChg chg="del">
          <ac:chgData name="정우 서" userId="85ff6ff5d4fe7c1e" providerId="LiveId" clId="{DD2B2293-DBD0-4001-B839-C4D1AC066E0F}" dt="2025-12-17T02:25:30.794" v="15" actId="478"/>
          <ac:spMkLst>
            <pc:docMk/>
            <pc:sldMk cId="3779784726" sldId="313"/>
            <ac:spMk id="7" creationId="{BA356A91-EA1B-A47C-BA9D-FC845122C45B}"/>
          </ac:spMkLst>
        </pc:spChg>
        <pc:spChg chg="del mod">
          <ac:chgData name="정우 서" userId="85ff6ff5d4fe7c1e" providerId="LiveId" clId="{DD2B2293-DBD0-4001-B839-C4D1AC066E0F}" dt="2025-12-17T02:25:11.460" v="10" actId="478"/>
          <ac:spMkLst>
            <pc:docMk/>
            <pc:sldMk cId="3779784726" sldId="313"/>
            <ac:spMk id="8" creationId="{EB16496E-45A1-FC81-0E96-EF01B3DD0D75}"/>
          </ac:spMkLst>
        </pc:spChg>
        <pc:spChg chg="del">
          <ac:chgData name="정우 서" userId="85ff6ff5d4fe7c1e" providerId="LiveId" clId="{DD2B2293-DBD0-4001-B839-C4D1AC066E0F}" dt="2025-12-17T02:25:15.021" v="11" actId="478"/>
          <ac:spMkLst>
            <pc:docMk/>
            <pc:sldMk cId="3779784726" sldId="313"/>
            <ac:spMk id="9" creationId="{90092473-E330-951A-35BF-348078930282}"/>
          </ac:spMkLst>
        </pc:spChg>
        <pc:spChg chg="add mod">
          <ac:chgData name="정우 서" userId="85ff6ff5d4fe7c1e" providerId="LiveId" clId="{DD2B2293-DBD0-4001-B839-C4D1AC066E0F}" dt="2025-12-17T03:06:18.139" v="533" actId="164"/>
          <ac:spMkLst>
            <pc:docMk/>
            <pc:sldMk cId="3779784726" sldId="313"/>
            <ac:spMk id="12" creationId="{DF7F5C5D-931B-4192-435C-7CD8AC18F731}"/>
          </ac:spMkLst>
        </pc:spChg>
        <pc:spChg chg="add mod">
          <ac:chgData name="정우 서" userId="85ff6ff5d4fe7c1e" providerId="LiveId" clId="{DD2B2293-DBD0-4001-B839-C4D1AC066E0F}" dt="2025-12-17T03:06:18.139" v="533" actId="164"/>
          <ac:spMkLst>
            <pc:docMk/>
            <pc:sldMk cId="3779784726" sldId="313"/>
            <ac:spMk id="13" creationId="{9044B315-1C62-1D9B-12BC-9785314E9605}"/>
          </ac:spMkLst>
        </pc:spChg>
        <pc:spChg chg="add mod">
          <ac:chgData name="정우 서" userId="85ff6ff5d4fe7c1e" providerId="LiveId" clId="{DD2B2293-DBD0-4001-B839-C4D1AC066E0F}" dt="2025-12-17T03:06:18.139" v="533" actId="164"/>
          <ac:spMkLst>
            <pc:docMk/>
            <pc:sldMk cId="3779784726" sldId="313"/>
            <ac:spMk id="14" creationId="{A9C5031D-CB52-04A0-484C-360D3E79E37E}"/>
          </ac:spMkLst>
        </pc:spChg>
        <pc:spChg chg="add mod">
          <ac:chgData name="정우 서" userId="85ff6ff5d4fe7c1e" providerId="LiveId" clId="{DD2B2293-DBD0-4001-B839-C4D1AC066E0F}" dt="2025-12-17T03:06:18.139" v="533" actId="164"/>
          <ac:spMkLst>
            <pc:docMk/>
            <pc:sldMk cId="3779784726" sldId="313"/>
            <ac:spMk id="15" creationId="{4310857F-9502-014B-5313-3775D60607C4}"/>
          </ac:spMkLst>
        </pc:spChg>
        <pc:grpChg chg="add mod">
          <ac:chgData name="정우 서" userId="85ff6ff5d4fe7c1e" providerId="LiveId" clId="{DD2B2293-DBD0-4001-B839-C4D1AC066E0F}" dt="2025-12-17T03:06:18.139" v="533" actId="164"/>
          <ac:grpSpMkLst>
            <pc:docMk/>
            <pc:sldMk cId="3779784726" sldId="313"/>
            <ac:grpSpMk id="18" creationId="{82517708-736B-F31F-8632-328890DD8041}"/>
          </ac:grpSpMkLst>
        </pc:grpChg>
        <pc:graphicFrameChg chg="mod modGraphic">
          <ac:chgData name="정우 서" userId="85ff6ff5d4fe7c1e" providerId="LiveId" clId="{DD2B2293-DBD0-4001-B839-C4D1AC066E0F}" dt="2025-12-17T02:44:29.499" v="483" actId="207"/>
          <ac:graphicFrameMkLst>
            <pc:docMk/>
            <pc:sldMk cId="3779784726" sldId="313"/>
            <ac:graphicFrameMk id="5" creationId="{97209052-9A05-992E-1F5E-80DF357AA5AC}"/>
          </ac:graphicFrameMkLst>
        </pc:graphicFrameChg>
        <pc:picChg chg="del">
          <ac:chgData name="정우 서" userId="85ff6ff5d4fe7c1e" providerId="LiveId" clId="{DD2B2293-DBD0-4001-B839-C4D1AC066E0F}" dt="2025-12-17T02:24:31.964" v="1" actId="478"/>
          <ac:picMkLst>
            <pc:docMk/>
            <pc:sldMk cId="3779784726" sldId="313"/>
            <ac:picMk id="4" creationId="{08282302-C0BC-5A0B-5946-EDB6938863D5}"/>
          </ac:picMkLst>
        </pc:picChg>
        <pc:picChg chg="add del mod ord">
          <ac:chgData name="정우 서" userId="85ff6ff5d4fe7c1e" providerId="LiveId" clId="{DD2B2293-DBD0-4001-B839-C4D1AC066E0F}" dt="2025-12-17T03:05:21.915" v="525" actId="478"/>
          <ac:picMkLst>
            <pc:docMk/>
            <pc:sldMk cId="3779784726" sldId="313"/>
            <ac:picMk id="11" creationId="{E41857C5-9B3E-EA1F-20D2-89335CEB55A5}"/>
          </ac:picMkLst>
        </pc:picChg>
        <pc:picChg chg="add mod ord">
          <ac:chgData name="정우 서" userId="85ff6ff5d4fe7c1e" providerId="LiveId" clId="{DD2B2293-DBD0-4001-B839-C4D1AC066E0F}" dt="2025-12-17T03:06:18.139" v="533" actId="164"/>
          <ac:picMkLst>
            <pc:docMk/>
            <pc:sldMk cId="3779784726" sldId="313"/>
            <ac:picMk id="17" creationId="{F4F6D09B-4079-7058-55A4-A14AB0F1B196}"/>
          </ac:picMkLst>
        </pc:picChg>
      </pc:sldChg>
      <pc:sldChg chg="modSp add mod">
        <pc:chgData name="정우 서" userId="85ff6ff5d4fe7c1e" providerId="LiveId" clId="{DD2B2293-DBD0-4001-B839-C4D1AC066E0F}" dt="2025-12-17T02:45:06.715" v="517"/>
        <pc:sldMkLst>
          <pc:docMk/>
          <pc:sldMk cId="3155126777" sldId="321"/>
        </pc:sldMkLst>
        <pc:graphicFrameChg chg="mod modGraphic">
          <ac:chgData name="정우 서" userId="85ff6ff5d4fe7c1e" providerId="LiveId" clId="{DD2B2293-DBD0-4001-B839-C4D1AC066E0F}" dt="2025-12-17T02:45:06.715" v="517"/>
          <ac:graphicFrameMkLst>
            <pc:docMk/>
            <pc:sldMk cId="3155126777" sldId="321"/>
            <ac:graphicFrameMk id="5" creationId="{8B316653-C503-937E-774E-1E921483037B}"/>
          </ac:graphicFrameMkLst>
        </pc:graphicFrameChg>
      </pc:sldChg>
    </pc:docChg>
  </pc:docChgLst>
  <pc:docChgLst>
    <pc:chgData name="정우 서" userId="85ff6ff5d4fe7c1e" providerId="LiveId" clId="{369B7CB6-7C89-4092-B546-40200FA3D23F}"/>
    <pc:docChg chg="undo custSel addSld delSld modSld">
      <pc:chgData name="정우 서" userId="85ff6ff5d4fe7c1e" providerId="LiveId" clId="{369B7CB6-7C89-4092-B546-40200FA3D23F}" dt="2025-12-16T19:27:23.090" v="8274" actId="20577"/>
      <pc:docMkLst>
        <pc:docMk/>
      </pc:docMkLst>
      <pc:sldChg chg="addSp delSp modSp mod">
        <pc:chgData name="정우 서" userId="85ff6ff5d4fe7c1e" providerId="LiveId" clId="{369B7CB6-7C89-4092-B546-40200FA3D23F}" dt="2025-12-16T18:23:46.140" v="1532"/>
        <pc:sldMkLst>
          <pc:docMk/>
          <pc:sldMk cId="3491213234" sldId="257"/>
        </pc:sldMkLst>
        <pc:spChg chg="add del">
          <ac:chgData name="정우 서" userId="85ff6ff5d4fe7c1e" providerId="LiveId" clId="{369B7CB6-7C89-4092-B546-40200FA3D23F}" dt="2025-12-16T17:16:32.164" v="2" actId="22"/>
          <ac:spMkLst>
            <pc:docMk/>
            <pc:sldMk cId="3491213234" sldId="257"/>
            <ac:spMk id="3" creationId="{414AD602-A09E-40DB-215C-6B2CC21AE50C}"/>
          </ac:spMkLst>
        </pc:spChg>
        <pc:spChg chg="add mod">
          <ac:chgData name="정우 서" userId="85ff6ff5d4fe7c1e" providerId="LiveId" clId="{369B7CB6-7C89-4092-B546-40200FA3D23F}" dt="2025-12-16T17:28:47.216" v="22" actId="1076"/>
          <ac:spMkLst>
            <pc:docMk/>
            <pc:sldMk cId="3491213234" sldId="257"/>
            <ac:spMk id="8" creationId="{79C06D6B-20D6-B157-F721-5C1C7EA61323}"/>
          </ac:spMkLst>
        </pc:spChg>
        <pc:spChg chg="add mod">
          <ac:chgData name="정우 서" userId="85ff6ff5d4fe7c1e" providerId="LiveId" clId="{369B7CB6-7C89-4092-B546-40200FA3D23F}" dt="2025-12-16T18:21:47.006" v="1414" actId="113"/>
          <ac:spMkLst>
            <pc:docMk/>
            <pc:sldMk cId="3491213234" sldId="257"/>
            <ac:spMk id="9" creationId="{DA8A21C0-58AD-ED8E-E2CC-762D8E43B496}"/>
          </ac:spMkLst>
        </pc:spChg>
        <pc:spChg chg="add mod">
          <ac:chgData name="정우 서" userId="85ff6ff5d4fe7c1e" providerId="LiveId" clId="{369B7CB6-7C89-4092-B546-40200FA3D23F}" dt="2025-12-16T18:21:44.408" v="1413" actId="113"/>
          <ac:spMkLst>
            <pc:docMk/>
            <pc:sldMk cId="3491213234" sldId="257"/>
            <ac:spMk id="10" creationId="{AFDC40B3-636B-0469-A064-792EE874A6F5}"/>
          </ac:spMkLst>
        </pc:spChg>
        <pc:spChg chg="add mod">
          <ac:chgData name="정우 서" userId="85ff6ff5d4fe7c1e" providerId="LiveId" clId="{369B7CB6-7C89-4092-B546-40200FA3D23F}" dt="2025-12-16T18:21:48.829" v="1415" actId="113"/>
          <ac:spMkLst>
            <pc:docMk/>
            <pc:sldMk cId="3491213234" sldId="257"/>
            <ac:spMk id="11" creationId="{A2CC5193-2BBA-5009-5F48-050ECEBC6B13}"/>
          </ac:spMkLst>
        </pc:spChg>
        <pc:spChg chg="add mod">
          <ac:chgData name="정우 서" userId="85ff6ff5d4fe7c1e" providerId="LiveId" clId="{369B7CB6-7C89-4092-B546-40200FA3D23F}" dt="2025-12-16T18:21:50.694" v="1416" actId="113"/>
          <ac:spMkLst>
            <pc:docMk/>
            <pc:sldMk cId="3491213234" sldId="257"/>
            <ac:spMk id="12" creationId="{85549778-D8A4-090F-64DC-525400C5F6F0}"/>
          </ac:spMkLst>
        </pc:spChg>
        <pc:spChg chg="add mod">
          <ac:chgData name="정우 서" userId="85ff6ff5d4fe7c1e" providerId="LiveId" clId="{369B7CB6-7C89-4092-B546-40200FA3D23F}" dt="2025-12-16T18:21:54.860" v="1417" actId="113"/>
          <ac:spMkLst>
            <pc:docMk/>
            <pc:sldMk cId="3491213234" sldId="257"/>
            <ac:spMk id="15" creationId="{E42566C5-4348-AC15-8681-48BD1CEBE73D}"/>
          </ac:spMkLst>
        </pc:spChg>
        <pc:spChg chg="add mod">
          <ac:chgData name="정우 서" userId="85ff6ff5d4fe7c1e" providerId="LiveId" clId="{369B7CB6-7C89-4092-B546-40200FA3D23F}" dt="2025-12-16T17:32:11.855" v="67" actId="571"/>
          <ac:spMkLst>
            <pc:docMk/>
            <pc:sldMk cId="3491213234" sldId="257"/>
            <ac:spMk id="17" creationId="{57A46DE0-4BD8-9513-6B16-D34624D64856}"/>
          </ac:spMkLst>
        </pc:spChg>
        <pc:spChg chg="add mod">
          <ac:chgData name="정우 서" userId="85ff6ff5d4fe7c1e" providerId="LiveId" clId="{369B7CB6-7C89-4092-B546-40200FA3D23F}" dt="2025-12-16T18:21:56.554" v="1418" actId="113"/>
          <ac:spMkLst>
            <pc:docMk/>
            <pc:sldMk cId="3491213234" sldId="257"/>
            <ac:spMk id="18" creationId="{BCBC720B-64AB-04F4-155B-E0573C592CE9}"/>
          </ac:spMkLst>
        </pc:spChg>
        <pc:spChg chg="add mod">
          <ac:chgData name="정우 서" userId="85ff6ff5d4fe7c1e" providerId="LiveId" clId="{369B7CB6-7C89-4092-B546-40200FA3D23F}" dt="2025-12-16T18:21:57.859" v="1419" actId="113"/>
          <ac:spMkLst>
            <pc:docMk/>
            <pc:sldMk cId="3491213234" sldId="257"/>
            <ac:spMk id="19" creationId="{25F037A2-0772-0B45-8BBE-927EC2E70B41}"/>
          </ac:spMkLst>
        </pc:spChg>
        <pc:graphicFrameChg chg="mod modGraphic">
          <ac:chgData name="정우 서" userId="85ff6ff5d4fe7c1e" providerId="LiveId" clId="{369B7CB6-7C89-4092-B546-40200FA3D23F}" dt="2025-12-16T18:23:46.140" v="1532"/>
          <ac:graphicFrameMkLst>
            <pc:docMk/>
            <pc:sldMk cId="3491213234" sldId="257"/>
            <ac:graphicFrameMk id="5" creationId="{ADE67B57-CC40-4EB9-96D7-6431E89F8ED4}"/>
          </ac:graphicFrameMkLst>
        </pc:graphicFrameChg>
        <pc:graphicFrameChg chg="add mod">
          <ac:chgData name="정우 서" userId="85ff6ff5d4fe7c1e" providerId="LiveId" clId="{369B7CB6-7C89-4092-B546-40200FA3D23F}" dt="2025-12-16T17:32:11.855" v="67" actId="571"/>
          <ac:graphicFrameMkLst>
            <pc:docMk/>
            <pc:sldMk cId="3491213234" sldId="257"/>
            <ac:graphicFrameMk id="16" creationId="{1F51B9CF-8E64-D332-6035-D0D577D5C48A}"/>
          </ac:graphicFrameMkLst>
        </pc:graphicFrameChg>
        <pc:picChg chg="del">
          <ac:chgData name="정우 서" userId="85ff6ff5d4fe7c1e" providerId="LiveId" clId="{369B7CB6-7C89-4092-B546-40200FA3D23F}" dt="2025-12-16T17:16:30.243" v="0" actId="478"/>
          <ac:picMkLst>
            <pc:docMk/>
            <pc:sldMk cId="3491213234" sldId="257"/>
            <ac:picMk id="6" creationId="{42EC317B-A253-E7CE-CACD-D6B2A7A7F6A1}"/>
          </ac:picMkLst>
        </pc:picChg>
        <pc:picChg chg="add del mod modCrop">
          <ac:chgData name="정우 서" userId="85ff6ff5d4fe7c1e" providerId="LiveId" clId="{369B7CB6-7C89-4092-B546-40200FA3D23F}" dt="2025-12-16T17:30:44.272" v="47" actId="478"/>
          <ac:picMkLst>
            <pc:docMk/>
            <pc:sldMk cId="3491213234" sldId="257"/>
            <ac:picMk id="7" creationId="{2D73A3D0-2F23-526F-B2CC-8F9DEE1CB910}"/>
          </ac:picMkLst>
        </pc:picChg>
        <pc:picChg chg="add mod ord">
          <ac:chgData name="정우 서" userId="85ff6ff5d4fe7c1e" providerId="LiveId" clId="{369B7CB6-7C89-4092-B546-40200FA3D23F}" dt="2025-12-16T17:31:28.369" v="59" actId="171"/>
          <ac:picMkLst>
            <pc:docMk/>
            <pc:sldMk cId="3491213234" sldId="257"/>
            <ac:picMk id="14" creationId="{4EB3F58E-AD17-64AF-4623-5843D3B8308D}"/>
          </ac:picMkLst>
        </pc:picChg>
      </pc:sldChg>
      <pc:sldChg chg="add del">
        <pc:chgData name="정우 서" userId="85ff6ff5d4fe7c1e" providerId="LiveId" clId="{369B7CB6-7C89-4092-B546-40200FA3D23F}" dt="2025-12-16T17:47:35.489" v="437" actId="47"/>
        <pc:sldMkLst>
          <pc:docMk/>
          <pc:sldMk cId="2508533954" sldId="258"/>
        </pc:sldMkLst>
      </pc:sldChg>
      <pc:sldChg chg="add del">
        <pc:chgData name="정우 서" userId="85ff6ff5d4fe7c1e" providerId="LiveId" clId="{369B7CB6-7C89-4092-B546-40200FA3D23F}" dt="2025-12-16T17:47:37.228" v="438" actId="47"/>
        <pc:sldMkLst>
          <pc:docMk/>
          <pc:sldMk cId="3812541099" sldId="259"/>
        </pc:sldMkLst>
      </pc:sldChg>
      <pc:sldChg chg="add del">
        <pc:chgData name="정우 서" userId="85ff6ff5d4fe7c1e" providerId="LiveId" clId="{369B7CB6-7C89-4092-B546-40200FA3D23F}" dt="2025-12-16T17:47:37.787" v="439" actId="47"/>
        <pc:sldMkLst>
          <pc:docMk/>
          <pc:sldMk cId="605731247" sldId="261"/>
        </pc:sldMkLst>
      </pc:sldChg>
      <pc:sldChg chg="add del">
        <pc:chgData name="정우 서" userId="85ff6ff5d4fe7c1e" providerId="LiveId" clId="{369B7CB6-7C89-4092-B546-40200FA3D23F}" dt="2025-12-16T17:47:38.644" v="441" actId="47"/>
        <pc:sldMkLst>
          <pc:docMk/>
          <pc:sldMk cId="1703008285" sldId="262"/>
        </pc:sldMkLst>
      </pc:sldChg>
      <pc:sldChg chg="add del">
        <pc:chgData name="정우 서" userId="85ff6ff5d4fe7c1e" providerId="LiveId" clId="{369B7CB6-7C89-4092-B546-40200FA3D23F}" dt="2025-12-16T17:47:39.053" v="442" actId="47"/>
        <pc:sldMkLst>
          <pc:docMk/>
          <pc:sldMk cId="628358305" sldId="263"/>
        </pc:sldMkLst>
      </pc:sldChg>
      <pc:sldChg chg="add del">
        <pc:chgData name="정우 서" userId="85ff6ff5d4fe7c1e" providerId="LiveId" clId="{369B7CB6-7C89-4092-B546-40200FA3D23F}" dt="2025-12-16T17:47:39.420" v="443" actId="47"/>
        <pc:sldMkLst>
          <pc:docMk/>
          <pc:sldMk cId="26674503" sldId="264"/>
        </pc:sldMkLst>
      </pc:sldChg>
      <pc:sldChg chg="del">
        <pc:chgData name="정우 서" userId="85ff6ff5d4fe7c1e" providerId="LiveId" clId="{369B7CB6-7C89-4092-B546-40200FA3D23F}" dt="2025-12-16T17:47:51.556" v="461" actId="47"/>
        <pc:sldMkLst>
          <pc:docMk/>
          <pc:sldMk cId="0" sldId="265"/>
        </pc:sldMkLst>
      </pc:sldChg>
      <pc:sldChg chg="del">
        <pc:chgData name="정우 서" userId="85ff6ff5d4fe7c1e" providerId="LiveId" clId="{369B7CB6-7C89-4092-B546-40200FA3D23F}" dt="2025-12-16T17:47:51.979" v="462" actId="47"/>
        <pc:sldMkLst>
          <pc:docMk/>
          <pc:sldMk cId="0" sldId="266"/>
        </pc:sldMkLst>
      </pc:sldChg>
      <pc:sldChg chg="del">
        <pc:chgData name="정우 서" userId="85ff6ff5d4fe7c1e" providerId="LiveId" clId="{369B7CB6-7C89-4092-B546-40200FA3D23F}" dt="2025-12-16T17:47:52.339" v="463" actId="47"/>
        <pc:sldMkLst>
          <pc:docMk/>
          <pc:sldMk cId="0" sldId="267"/>
        </pc:sldMkLst>
      </pc:sldChg>
      <pc:sldChg chg="del">
        <pc:chgData name="정우 서" userId="85ff6ff5d4fe7c1e" providerId="LiveId" clId="{369B7CB6-7C89-4092-B546-40200FA3D23F}" dt="2025-12-16T17:47:52.996" v="464" actId="47"/>
        <pc:sldMkLst>
          <pc:docMk/>
          <pc:sldMk cId="914479097" sldId="268"/>
        </pc:sldMkLst>
      </pc:sldChg>
      <pc:sldChg chg="del">
        <pc:chgData name="정우 서" userId="85ff6ff5d4fe7c1e" providerId="LiveId" clId="{369B7CB6-7C89-4092-B546-40200FA3D23F}" dt="2025-12-16T17:47:54.023" v="466" actId="47"/>
        <pc:sldMkLst>
          <pc:docMk/>
          <pc:sldMk cId="925635658" sldId="269"/>
        </pc:sldMkLst>
      </pc:sldChg>
      <pc:sldChg chg="del">
        <pc:chgData name="정우 서" userId="85ff6ff5d4fe7c1e" providerId="LiveId" clId="{369B7CB6-7C89-4092-B546-40200FA3D23F}" dt="2025-12-16T17:47:54.473" v="467" actId="47"/>
        <pc:sldMkLst>
          <pc:docMk/>
          <pc:sldMk cId="0" sldId="270"/>
        </pc:sldMkLst>
      </pc:sldChg>
      <pc:sldChg chg="del">
        <pc:chgData name="정우 서" userId="85ff6ff5d4fe7c1e" providerId="LiveId" clId="{369B7CB6-7C89-4092-B546-40200FA3D23F}" dt="2025-12-16T17:47:54.909" v="468" actId="47"/>
        <pc:sldMkLst>
          <pc:docMk/>
          <pc:sldMk cId="0" sldId="271"/>
        </pc:sldMkLst>
      </pc:sldChg>
      <pc:sldChg chg="del">
        <pc:chgData name="정우 서" userId="85ff6ff5d4fe7c1e" providerId="LiveId" clId="{369B7CB6-7C89-4092-B546-40200FA3D23F}" dt="2025-12-16T17:47:55.340" v="469" actId="47"/>
        <pc:sldMkLst>
          <pc:docMk/>
          <pc:sldMk cId="0" sldId="272"/>
        </pc:sldMkLst>
      </pc:sldChg>
      <pc:sldChg chg="addSp delSp modSp add del mod">
        <pc:chgData name="정우 서" userId="85ff6ff5d4fe7c1e" providerId="LiveId" clId="{369B7CB6-7C89-4092-B546-40200FA3D23F}" dt="2025-12-16T18:40:34.529" v="2936" actId="207"/>
        <pc:sldMkLst>
          <pc:docMk/>
          <pc:sldMk cId="3449436740" sldId="273"/>
        </pc:sldMkLst>
        <pc:spChg chg="del mod">
          <ac:chgData name="정우 서" userId="85ff6ff5d4fe7c1e" providerId="LiveId" clId="{369B7CB6-7C89-4092-B546-40200FA3D23F}" dt="2025-12-16T17:45:47.984" v="353" actId="478"/>
          <ac:spMkLst>
            <pc:docMk/>
            <pc:sldMk cId="3449436740" sldId="273"/>
            <ac:spMk id="2" creationId="{FD6FEDA3-09F7-4B6B-85E6-9E38BB30B544}"/>
          </ac:spMkLst>
        </pc:spChg>
        <pc:spChg chg="del">
          <ac:chgData name="정우 서" userId="85ff6ff5d4fe7c1e" providerId="LiveId" clId="{369B7CB6-7C89-4092-B546-40200FA3D23F}" dt="2025-12-16T17:45:42.166" v="350" actId="478"/>
          <ac:spMkLst>
            <pc:docMk/>
            <pc:sldMk cId="3449436740" sldId="273"/>
            <ac:spMk id="3" creationId="{1F16E968-CCEF-4D7C-AF5F-9A0FEADD5C19}"/>
          </ac:spMkLst>
        </pc:spChg>
        <pc:spChg chg="del">
          <ac:chgData name="정우 서" userId="85ff6ff5d4fe7c1e" providerId="LiveId" clId="{369B7CB6-7C89-4092-B546-40200FA3D23F}" dt="2025-12-16T17:45:49.370" v="354" actId="478"/>
          <ac:spMkLst>
            <pc:docMk/>
            <pc:sldMk cId="3449436740" sldId="273"/>
            <ac:spMk id="6" creationId="{9376874C-5AD3-4A75-9C7D-99079F157138}"/>
          </ac:spMkLst>
        </pc:spChg>
        <pc:spChg chg="del mod">
          <ac:chgData name="정우 서" userId="85ff6ff5d4fe7c1e" providerId="LiveId" clId="{369B7CB6-7C89-4092-B546-40200FA3D23F}" dt="2025-12-16T17:45:52.321" v="357" actId="478"/>
          <ac:spMkLst>
            <pc:docMk/>
            <pc:sldMk cId="3449436740" sldId="273"/>
            <ac:spMk id="7" creationId="{0219944E-934A-4849-96F8-39CD952CD8BA}"/>
          </ac:spMkLst>
        </pc:spChg>
        <pc:spChg chg="del">
          <ac:chgData name="정우 서" userId="85ff6ff5d4fe7c1e" providerId="LiveId" clId="{369B7CB6-7C89-4092-B546-40200FA3D23F}" dt="2025-12-16T17:46:01.130" v="363" actId="478"/>
          <ac:spMkLst>
            <pc:docMk/>
            <pc:sldMk cId="3449436740" sldId="273"/>
            <ac:spMk id="8" creationId="{0B4B7C8E-49FD-48BD-9C26-60D876E3C241}"/>
          </ac:spMkLst>
        </pc:spChg>
        <pc:spChg chg="del mod">
          <ac:chgData name="정우 서" userId="85ff6ff5d4fe7c1e" providerId="LiveId" clId="{369B7CB6-7C89-4092-B546-40200FA3D23F}" dt="2025-12-16T17:45:53.183" v="358" actId="478"/>
          <ac:spMkLst>
            <pc:docMk/>
            <pc:sldMk cId="3449436740" sldId="273"/>
            <ac:spMk id="9" creationId="{CD5BAA1E-477A-412E-BA05-4CF7A2D4E118}"/>
          </ac:spMkLst>
        </pc:spChg>
        <pc:spChg chg="del">
          <ac:chgData name="정우 서" userId="85ff6ff5d4fe7c1e" providerId="LiveId" clId="{369B7CB6-7C89-4092-B546-40200FA3D23F}" dt="2025-12-16T17:46:01.610" v="364" actId="478"/>
          <ac:spMkLst>
            <pc:docMk/>
            <pc:sldMk cId="3449436740" sldId="273"/>
            <ac:spMk id="10" creationId="{035091C9-B066-4954-9CC3-73ACA09D5519}"/>
          </ac:spMkLst>
        </pc:spChg>
        <pc:spChg chg="del">
          <ac:chgData name="정우 서" userId="85ff6ff5d4fe7c1e" providerId="LiveId" clId="{369B7CB6-7C89-4092-B546-40200FA3D23F}" dt="2025-12-16T17:45:55.969" v="359" actId="478"/>
          <ac:spMkLst>
            <pc:docMk/>
            <pc:sldMk cId="3449436740" sldId="273"/>
            <ac:spMk id="11" creationId="{E0B2D94F-53BD-4BA7-8E50-46F33029EA51}"/>
          </ac:spMkLst>
        </pc:spChg>
        <pc:spChg chg="del">
          <ac:chgData name="정우 서" userId="85ff6ff5d4fe7c1e" providerId="LiveId" clId="{369B7CB6-7C89-4092-B546-40200FA3D23F}" dt="2025-12-16T17:46:02.389" v="365" actId="478"/>
          <ac:spMkLst>
            <pc:docMk/>
            <pc:sldMk cId="3449436740" sldId="273"/>
            <ac:spMk id="12" creationId="{1C5D64CC-4723-47D2-962B-9BBFE1620DE6}"/>
          </ac:spMkLst>
        </pc:spChg>
        <pc:spChg chg="del">
          <ac:chgData name="정우 서" userId="85ff6ff5d4fe7c1e" providerId="LiveId" clId="{369B7CB6-7C89-4092-B546-40200FA3D23F}" dt="2025-12-16T17:46:03.032" v="366" actId="478"/>
          <ac:spMkLst>
            <pc:docMk/>
            <pc:sldMk cId="3449436740" sldId="273"/>
            <ac:spMk id="14" creationId="{B5F88691-8A10-4F7A-9D5E-1EBCF3E5D108}"/>
          </ac:spMkLst>
        </pc:spChg>
        <pc:spChg chg="del">
          <ac:chgData name="정우 서" userId="85ff6ff5d4fe7c1e" providerId="LiveId" clId="{369B7CB6-7C89-4092-B546-40200FA3D23F}" dt="2025-12-16T17:46:03.468" v="367" actId="478"/>
          <ac:spMkLst>
            <pc:docMk/>
            <pc:sldMk cId="3449436740" sldId="273"/>
            <ac:spMk id="16" creationId="{0CA60CF5-AE88-4EC7-BC1E-79287AB87FBB}"/>
          </ac:spMkLst>
        </pc:spChg>
        <pc:spChg chg="del">
          <ac:chgData name="정우 서" userId="85ff6ff5d4fe7c1e" providerId="LiveId" clId="{369B7CB6-7C89-4092-B546-40200FA3D23F}" dt="2025-12-16T17:45:57.723" v="360" actId="478"/>
          <ac:spMkLst>
            <pc:docMk/>
            <pc:sldMk cId="3449436740" sldId="273"/>
            <ac:spMk id="18" creationId="{52EE52C2-9A44-4707-B37C-6FEA7A4DC11C}"/>
          </ac:spMkLst>
        </pc:spChg>
        <pc:spChg chg="del">
          <ac:chgData name="정우 서" userId="85ff6ff5d4fe7c1e" providerId="LiveId" clId="{369B7CB6-7C89-4092-B546-40200FA3D23F}" dt="2025-12-16T17:46:04.290" v="368" actId="478"/>
          <ac:spMkLst>
            <pc:docMk/>
            <pc:sldMk cId="3449436740" sldId="273"/>
            <ac:spMk id="19" creationId="{1562B0ED-39C9-4B66-A5A9-DDDEE0463A68}"/>
          </ac:spMkLst>
        </pc:spChg>
        <pc:spChg chg="del">
          <ac:chgData name="정우 서" userId="85ff6ff5d4fe7c1e" providerId="LiveId" clId="{369B7CB6-7C89-4092-B546-40200FA3D23F}" dt="2025-12-16T17:46:00.004" v="362" actId="478"/>
          <ac:spMkLst>
            <pc:docMk/>
            <pc:sldMk cId="3449436740" sldId="273"/>
            <ac:spMk id="21" creationId="{C2C07CD2-A2F5-4A27-94A7-96E3849E35DE}"/>
          </ac:spMkLst>
        </pc:spChg>
        <pc:spChg chg="del">
          <ac:chgData name="정우 서" userId="85ff6ff5d4fe7c1e" providerId="LiveId" clId="{369B7CB6-7C89-4092-B546-40200FA3D23F}" dt="2025-12-16T17:45:58.510" v="361" actId="478"/>
          <ac:spMkLst>
            <pc:docMk/>
            <pc:sldMk cId="3449436740" sldId="273"/>
            <ac:spMk id="22" creationId="{361E55BB-8C2B-4896-8C74-E327191AEBB4}"/>
          </ac:spMkLst>
        </pc:spChg>
        <pc:spChg chg="mod ord">
          <ac:chgData name="정우 서" userId="85ff6ff5d4fe7c1e" providerId="LiveId" clId="{369B7CB6-7C89-4092-B546-40200FA3D23F}" dt="2025-12-16T17:46:32.817" v="377" actId="166"/>
          <ac:spMkLst>
            <pc:docMk/>
            <pc:sldMk cId="3449436740" sldId="273"/>
            <ac:spMk id="24" creationId="{64590F99-2304-40E7-BC33-31198BACE0E2}"/>
          </ac:spMkLst>
        </pc:spChg>
        <pc:spChg chg="mod ord">
          <ac:chgData name="정우 서" userId="85ff6ff5d4fe7c1e" providerId="LiveId" clId="{369B7CB6-7C89-4092-B546-40200FA3D23F}" dt="2025-12-16T17:46:37.275" v="378" actId="1076"/>
          <ac:spMkLst>
            <pc:docMk/>
            <pc:sldMk cId="3449436740" sldId="273"/>
            <ac:spMk id="25" creationId="{FA41348F-EB7D-4601-9559-CAEBB1F60185}"/>
          </ac:spMkLst>
        </pc:spChg>
        <pc:spChg chg="del mod">
          <ac:chgData name="정우 서" userId="85ff6ff5d4fe7c1e" providerId="LiveId" clId="{369B7CB6-7C89-4092-B546-40200FA3D23F}" dt="2025-12-16T17:46:26.127" v="374" actId="478"/>
          <ac:spMkLst>
            <pc:docMk/>
            <pc:sldMk cId="3449436740" sldId="273"/>
            <ac:spMk id="26" creationId="{9F8A5365-8DD2-4448-9E33-FD7924D6D233}"/>
          </ac:spMkLst>
        </pc:spChg>
        <pc:graphicFrameChg chg="mod modGraphic">
          <ac:chgData name="정우 서" userId="85ff6ff5d4fe7c1e" providerId="LiveId" clId="{369B7CB6-7C89-4092-B546-40200FA3D23F}" dt="2025-12-16T18:40:34.529" v="2936" actId="207"/>
          <ac:graphicFrameMkLst>
            <pc:docMk/>
            <pc:sldMk cId="3449436740" sldId="273"/>
            <ac:graphicFrameMk id="5" creationId="{ADE67B57-CC40-4EB9-96D7-6431E89F8ED4}"/>
          </ac:graphicFrameMkLst>
        </pc:graphicFrameChg>
        <pc:picChg chg="add mod modCrop">
          <ac:chgData name="정우 서" userId="85ff6ff5d4fe7c1e" providerId="LiveId" clId="{369B7CB6-7C89-4092-B546-40200FA3D23F}" dt="2025-12-16T17:46:06.907" v="369" actId="1076"/>
          <ac:picMkLst>
            <pc:docMk/>
            <pc:sldMk cId="3449436740" sldId="273"/>
            <ac:picMk id="13" creationId="{BCD5DF37-AA42-466D-8631-69C8DEE4FA1D}"/>
          </ac:picMkLst>
        </pc:picChg>
      </pc:sldChg>
      <pc:sldChg chg="add del">
        <pc:chgData name="정우 서" userId="85ff6ff5d4fe7c1e" providerId="LiveId" clId="{369B7CB6-7C89-4092-B546-40200FA3D23F}" dt="2025-12-16T17:47:38.221" v="440" actId="47"/>
        <pc:sldMkLst>
          <pc:docMk/>
          <pc:sldMk cId="3921711911" sldId="274"/>
        </pc:sldMkLst>
      </pc:sldChg>
      <pc:sldChg chg="del">
        <pc:chgData name="정우 서" userId="85ff6ff5d4fe7c1e" providerId="LiveId" clId="{369B7CB6-7C89-4092-B546-40200FA3D23F}" dt="2025-12-16T17:47:53.419" v="465" actId="47"/>
        <pc:sldMkLst>
          <pc:docMk/>
          <pc:sldMk cId="2015591316" sldId="275"/>
        </pc:sldMkLst>
      </pc:sldChg>
      <pc:sldChg chg="add del">
        <pc:chgData name="정우 서" userId="85ff6ff5d4fe7c1e" providerId="LiveId" clId="{369B7CB6-7C89-4092-B546-40200FA3D23F}" dt="2025-12-16T17:47:39.808" v="444" actId="47"/>
        <pc:sldMkLst>
          <pc:docMk/>
          <pc:sldMk cId="2443499838" sldId="285"/>
        </pc:sldMkLst>
      </pc:sldChg>
      <pc:sldChg chg="add del">
        <pc:chgData name="정우 서" userId="85ff6ff5d4fe7c1e" providerId="LiveId" clId="{369B7CB6-7C89-4092-B546-40200FA3D23F}" dt="2025-12-16T17:47:44.946" v="453" actId="47"/>
        <pc:sldMkLst>
          <pc:docMk/>
          <pc:sldMk cId="1082438676" sldId="286"/>
        </pc:sldMkLst>
      </pc:sldChg>
      <pc:sldChg chg="add del">
        <pc:chgData name="정우 서" userId="85ff6ff5d4fe7c1e" providerId="LiveId" clId="{369B7CB6-7C89-4092-B546-40200FA3D23F}" dt="2025-12-16T17:47:48.323" v="454" actId="47"/>
        <pc:sldMkLst>
          <pc:docMk/>
          <pc:sldMk cId="0" sldId="287"/>
        </pc:sldMkLst>
      </pc:sldChg>
      <pc:sldChg chg="del">
        <pc:chgData name="정우 서" userId="85ff6ff5d4fe7c1e" providerId="LiveId" clId="{369B7CB6-7C89-4092-B546-40200FA3D23F}" dt="2025-12-16T17:47:48.953" v="455" actId="47"/>
        <pc:sldMkLst>
          <pc:docMk/>
          <pc:sldMk cId="0" sldId="288"/>
        </pc:sldMkLst>
      </pc:sldChg>
      <pc:sldChg chg="del">
        <pc:chgData name="정우 서" userId="85ff6ff5d4fe7c1e" providerId="LiveId" clId="{369B7CB6-7C89-4092-B546-40200FA3D23F}" dt="2025-12-16T17:47:49.482" v="456" actId="47"/>
        <pc:sldMkLst>
          <pc:docMk/>
          <pc:sldMk cId="0" sldId="289"/>
        </pc:sldMkLst>
      </pc:sldChg>
      <pc:sldChg chg="del">
        <pc:chgData name="정우 서" userId="85ff6ff5d4fe7c1e" providerId="LiveId" clId="{369B7CB6-7C89-4092-B546-40200FA3D23F}" dt="2025-12-16T17:47:50.010" v="457" actId="47"/>
        <pc:sldMkLst>
          <pc:docMk/>
          <pc:sldMk cId="0" sldId="290"/>
        </pc:sldMkLst>
      </pc:sldChg>
      <pc:sldChg chg="del">
        <pc:chgData name="정우 서" userId="85ff6ff5d4fe7c1e" providerId="LiveId" clId="{369B7CB6-7C89-4092-B546-40200FA3D23F}" dt="2025-12-16T17:47:50.404" v="458" actId="47"/>
        <pc:sldMkLst>
          <pc:docMk/>
          <pc:sldMk cId="0" sldId="291"/>
        </pc:sldMkLst>
      </pc:sldChg>
      <pc:sldChg chg="del">
        <pc:chgData name="정우 서" userId="85ff6ff5d4fe7c1e" providerId="LiveId" clId="{369B7CB6-7C89-4092-B546-40200FA3D23F}" dt="2025-12-16T17:47:50.762" v="459" actId="47"/>
        <pc:sldMkLst>
          <pc:docMk/>
          <pc:sldMk cId="0" sldId="292"/>
        </pc:sldMkLst>
      </pc:sldChg>
      <pc:sldChg chg="del">
        <pc:chgData name="정우 서" userId="85ff6ff5d4fe7c1e" providerId="LiveId" clId="{369B7CB6-7C89-4092-B546-40200FA3D23F}" dt="2025-12-16T17:47:51.183" v="460" actId="47"/>
        <pc:sldMkLst>
          <pc:docMk/>
          <pc:sldMk cId="0" sldId="293"/>
        </pc:sldMkLst>
      </pc:sldChg>
      <pc:sldChg chg="add del">
        <pc:chgData name="정우 서" userId="85ff6ff5d4fe7c1e" providerId="LiveId" clId="{369B7CB6-7C89-4092-B546-40200FA3D23F}" dt="2025-12-16T17:47:40.174" v="445" actId="47"/>
        <pc:sldMkLst>
          <pc:docMk/>
          <pc:sldMk cId="1341036693" sldId="294"/>
        </pc:sldMkLst>
      </pc:sldChg>
      <pc:sldChg chg="add del">
        <pc:chgData name="정우 서" userId="85ff6ff5d4fe7c1e" providerId="LiveId" clId="{369B7CB6-7C89-4092-B546-40200FA3D23F}" dt="2025-12-16T17:47:40.516" v="446" actId="47"/>
        <pc:sldMkLst>
          <pc:docMk/>
          <pc:sldMk cId="1826532592" sldId="295"/>
        </pc:sldMkLst>
      </pc:sldChg>
      <pc:sldChg chg="add del">
        <pc:chgData name="정우 서" userId="85ff6ff5d4fe7c1e" providerId="LiveId" clId="{369B7CB6-7C89-4092-B546-40200FA3D23F}" dt="2025-12-16T17:47:40.883" v="447" actId="47"/>
        <pc:sldMkLst>
          <pc:docMk/>
          <pc:sldMk cId="2722356990" sldId="296"/>
        </pc:sldMkLst>
      </pc:sldChg>
      <pc:sldChg chg="add del">
        <pc:chgData name="정우 서" userId="85ff6ff5d4fe7c1e" providerId="LiveId" clId="{369B7CB6-7C89-4092-B546-40200FA3D23F}" dt="2025-12-16T17:47:41.257" v="448" actId="47"/>
        <pc:sldMkLst>
          <pc:docMk/>
          <pc:sldMk cId="1111560967" sldId="297"/>
        </pc:sldMkLst>
      </pc:sldChg>
      <pc:sldChg chg="add del">
        <pc:chgData name="정우 서" userId="85ff6ff5d4fe7c1e" providerId="LiveId" clId="{369B7CB6-7C89-4092-B546-40200FA3D23F}" dt="2025-12-16T17:47:41.592" v="449" actId="47"/>
        <pc:sldMkLst>
          <pc:docMk/>
          <pc:sldMk cId="4226182409" sldId="298"/>
        </pc:sldMkLst>
      </pc:sldChg>
      <pc:sldChg chg="add del">
        <pc:chgData name="정우 서" userId="85ff6ff5d4fe7c1e" providerId="LiveId" clId="{369B7CB6-7C89-4092-B546-40200FA3D23F}" dt="2025-12-16T17:47:41.973" v="450" actId="47"/>
        <pc:sldMkLst>
          <pc:docMk/>
          <pc:sldMk cId="1756944870" sldId="299"/>
        </pc:sldMkLst>
      </pc:sldChg>
      <pc:sldChg chg="add del">
        <pc:chgData name="정우 서" userId="85ff6ff5d4fe7c1e" providerId="LiveId" clId="{369B7CB6-7C89-4092-B546-40200FA3D23F}" dt="2025-12-16T17:47:42.569" v="451" actId="47"/>
        <pc:sldMkLst>
          <pc:docMk/>
          <pc:sldMk cId="2918338437" sldId="300"/>
        </pc:sldMkLst>
      </pc:sldChg>
      <pc:sldChg chg="add del">
        <pc:chgData name="정우 서" userId="85ff6ff5d4fe7c1e" providerId="LiveId" clId="{369B7CB6-7C89-4092-B546-40200FA3D23F}" dt="2025-12-16T17:47:43.140" v="452" actId="47"/>
        <pc:sldMkLst>
          <pc:docMk/>
          <pc:sldMk cId="4174412351" sldId="301"/>
        </pc:sldMkLst>
      </pc:sldChg>
      <pc:sldChg chg="del">
        <pc:chgData name="정우 서" userId="85ff6ff5d4fe7c1e" providerId="LiveId" clId="{369B7CB6-7C89-4092-B546-40200FA3D23F}" dt="2025-12-16T17:47:55.712" v="470" actId="47"/>
        <pc:sldMkLst>
          <pc:docMk/>
          <pc:sldMk cId="0" sldId="302"/>
        </pc:sldMkLst>
      </pc:sldChg>
      <pc:sldChg chg="del">
        <pc:chgData name="정우 서" userId="85ff6ff5d4fe7c1e" providerId="LiveId" clId="{369B7CB6-7C89-4092-B546-40200FA3D23F}" dt="2025-12-16T17:47:56.043" v="471" actId="47"/>
        <pc:sldMkLst>
          <pc:docMk/>
          <pc:sldMk cId="0" sldId="303"/>
        </pc:sldMkLst>
      </pc:sldChg>
      <pc:sldChg chg="del">
        <pc:chgData name="정우 서" userId="85ff6ff5d4fe7c1e" providerId="LiveId" clId="{369B7CB6-7C89-4092-B546-40200FA3D23F}" dt="2025-12-16T17:47:56.814" v="472" actId="47"/>
        <pc:sldMkLst>
          <pc:docMk/>
          <pc:sldMk cId="0" sldId="304"/>
        </pc:sldMkLst>
      </pc:sldChg>
      <pc:sldChg chg="addSp delSp modSp mod">
        <pc:chgData name="정우 서" userId="85ff6ff5d4fe7c1e" providerId="LiveId" clId="{369B7CB6-7C89-4092-B546-40200FA3D23F}" dt="2025-12-16T18:33:00.293" v="2085" actId="20577"/>
        <pc:sldMkLst>
          <pc:docMk/>
          <pc:sldMk cId="3917059638" sldId="305"/>
        </pc:sldMkLst>
        <pc:spChg chg="add mod">
          <ac:chgData name="정우 서" userId="85ff6ff5d4fe7c1e" providerId="LiveId" clId="{369B7CB6-7C89-4092-B546-40200FA3D23F}" dt="2025-12-16T18:30:14.257" v="1814" actId="1076"/>
          <ac:spMkLst>
            <pc:docMk/>
            <pc:sldMk cId="3917059638" sldId="305"/>
            <ac:spMk id="6" creationId="{5D274DF8-5C6E-00DC-2010-395E8DC37FA2}"/>
          </ac:spMkLst>
        </pc:spChg>
        <pc:spChg chg="add mod">
          <ac:chgData name="정우 서" userId="85ff6ff5d4fe7c1e" providerId="LiveId" clId="{369B7CB6-7C89-4092-B546-40200FA3D23F}" dt="2025-12-16T18:30:23.888" v="1817" actId="1076"/>
          <ac:spMkLst>
            <pc:docMk/>
            <pc:sldMk cId="3917059638" sldId="305"/>
            <ac:spMk id="7" creationId="{EBA81194-0B57-FBDA-40F5-C91FC108A43F}"/>
          </ac:spMkLst>
        </pc:spChg>
        <pc:spChg chg="add mod">
          <ac:chgData name="정우 서" userId="85ff6ff5d4fe7c1e" providerId="LiveId" clId="{369B7CB6-7C89-4092-B546-40200FA3D23F}" dt="2025-12-16T18:30:28.066" v="1819" actId="20577"/>
          <ac:spMkLst>
            <pc:docMk/>
            <pc:sldMk cId="3917059638" sldId="305"/>
            <ac:spMk id="8" creationId="{69B162D9-815F-1F00-EBDA-412604BC02EF}"/>
          </ac:spMkLst>
        </pc:spChg>
        <pc:spChg chg="add mod">
          <ac:chgData name="정우 서" userId="85ff6ff5d4fe7c1e" providerId="LiveId" clId="{369B7CB6-7C89-4092-B546-40200FA3D23F}" dt="2025-12-16T18:30:35.537" v="1821" actId="20577"/>
          <ac:spMkLst>
            <pc:docMk/>
            <pc:sldMk cId="3917059638" sldId="305"/>
            <ac:spMk id="9" creationId="{8F329CA1-926D-EDF3-A7E4-171F78DE669F}"/>
          </ac:spMkLst>
        </pc:spChg>
        <pc:spChg chg="add mod">
          <ac:chgData name="정우 서" userId="85ff6ff5d4fe7c1e" providerId="LiveId" clId="{369B7CB6-7C89-4092-B546-40200FA3D23F}" dt="2025-12-16T18:30:55.255" v="1828" actId="1076"/>
          <ac:spMkLst>
            <pc:docMk/>
            <pc:sldMk cId="3917059638" sldId="305"/>
            <ac:spMk id="10" creationId="{628D16D1-1CBA-A039-6980-56B2BC9D649E}"/>
          </ac:spMkLst>
        </pc:spChg>
        <pc:graphicFrameChg chg="mod modGraphic">
          <ac:chgData name="정우 서" userId="85ff6ff5d4fe7c1e" providerId="LiveId" clId="{369B7CB6-7C89-4092-B546-40200FA3D23F}" dt="2025-12-16T18:33:00.293" v="2085" actId="20577"/>
          <ac:graphicFrameMkLst>
            <pc:docMk/>
            <pc:sldMk cId="3917059638" sldId="305"/>
            <ac:graphicFrameMk id="5" creationId="{559B0B83-3466-FAB2-08CC-529EC695959C}"/>
          </ac:graphicFrameMkLst>
        </pc:graphicFrameChg>
        <pc:picChg chg="del">
          <ac:chgData name="정우 서" userId="85ff6ff5d4fe7c1e" providerId="LiveId" clId="{369B7CB6-7C89-4092-B546-40200FA3D23F}" dt="2025-12-16T17:43:54.094" v="292" actId="478"/>
          <ac:picMkLst>
            <pc:docMk/>
            <pc:sldMk cId="3917059638" sldId="305"/>
            <ac:picMk id="3" creationId="{0D67373B-8367-2C22-AE3E-B954C8464CDE}"/>
          </ac:picMkLst>
        </pc:picChg>
        <pc:picChg chg="add mod modCrop">
          <ac:chgData name="정우 서" userId="85ff6ff5d4fe7c1e" providerId="LiveId" clId="{369B7CB6-7C89-4092-B546-40200FA3D23F}" dt="2025-12-16T18:30:48.516" v="1827" actId="1076"/>
          <ac:picMkLst>
            <pc:docMk/>
            <pc:sldMk cId="3917059638" sldId="305"/>
            <ac:picMk id="4" creationId="{5772E8CC-7934-F0FF-4B7B-B1356DD96BB9}"/>
          </ac:picMkLst>
        </pc:picChg>
      </pc:sldChg>
      <pc:sldChg chg="addSp delSp modSp mod">
        <pc:chgData name="정우 서" userId="85ff6ff5d4fe7c1e" providerId="LiveId" clId="{369B7CB6-7C89-4092-B546-40200FA3D23F}" dt="2025-12-16T18:26:09.677" v="1559" actId="20577"/>
        <pc:sldMkLst>
          <pc:docMk/>
          <pc:sldMk cId="1345951031" sldId="306"/>
        </pc:sldMkLst>
        <pc:spChg chg="add mod">
          <ac:chgData name="정우 서" userId="85ff6ff5d4fe7c1e" providerId="LiveId" clId="{369B7CB6-7C89-4092-B546-40200FA3D23F}" dt="2025-12-16T18:24:23.592" v="1534" actId="1076"/>
          <ac:spMkLst>
            <pc:docMk/>
            <pc:sldMk cId="1345951031" sldId="306"/>
            <ac:spMk id="6" creationId="{C7432E60-C8E9-90E1-709C-E9D045C90C19}"/>
          </ac:spMkLst>
        </pc:spChg>
        <pc:spChg chg="add mod">
          <ac:chgData name="정우 서" userId="85ff6ff5d4fe7c1e" providerId="LiveId" clId="{369B7CB6-7C89-4092-B546-40200FA3D23F}" dt="2025-12-16T18:24:40.931" v="1539" actId="113"/>
          <ac:spMkLst>
            <pc:docMk/>
            <pc:sldMk cId="1345951031" sldId="306"/>
            <ac:spMk id="7" creationId="{A9792EA0-4E10-575B-1B15-915BFA8EEE7B}"/>
          </ac:spMkLst>
        </pc:spChg>
        <pc:spChg chg="add mod">
          <ac:chgData name="정우 서" userId="85ff6ff5d4fe7c1e" providerId="LiveId" clId="{369B7CB6-7C89-4092-B546-40200FA3D23F}" dt="2025-12-16T18:25:42.281" v="1552" actId="1076"/>
          <ac:spMkLst>
            <pc:docMk/>
            <pc:sldMk cId="1345951031" sldId="306"/>
            <ac:spMk id="8" creationId="{7C683938-7C3F-9A73-965E-24E601B7EB68}"/>
          </ac:spMkLst>
        </pc:spChg>
        <pc:spChg chg="add mod">
          <ac:chgData name="정우 서" userId="85ff6ff5d4fe7c1e" providerId="LiveId" clId="{369B7CB6-7C89-4092-B546-40200FA3D23F}" dt="2025-12-16T18:25:54.173" v="1555" actId="1076"/>
          <ac:spMkLst>
            <pc:docMk/>
            <pc:sldMk cId="1345951031" sldId="306"/>
            <ac:spMk id="9" creationId="{455FB29F-F502-67DA-3850-CA5F0675D1C8}"/>
          </ac:spMkLst>
        </pc:spChg>
        <pc:spChg chg="add mod">
          <ac:chgData name="정우 서" userId="85ff6ff5d4fe7c1e" providerId="LiveId" clId="{369B7CB6-7C89-4092-B546-40200FA3D23F}" dt="2025-12-16T18:26:01.571" v="1557" actId="20577"/>
          <ac:spMkLst>
            <pc:docMk/>
            <pc:sldMk cId="1345951031" sldId="306"/>
            <ac:spMk id="10" creationId="{50AD90C6-981B-4430-60C6-CB7755A21ABD}"/>
          </ac:spMkLst>
        </pc:spChg>
        <pc:spChg chg="add mod">
          <ac:chgData name="정우 서" userId="85ff6ff5d4fe7c1e" providerId="LiveId" clId="{369B7CB6-7C89-4092-B546-40200FA3D23F}" dt="2025-12-16T18:26:09.677" v="1559" actId="20577"/>
          <ac:spMkLst>
            <pc:docMk/>
            <pc:sldMk cId="1345951031" sldId="306"/>
            <ac:spMk id="11" creationId="{84003C13-1FD7-65E3-AD88-54267FB6BA59}"/>
          </ac:spMkLst>
        </pc:spChg>
        <pc:graphicFrameChg chg="mod modGraphic">
          <ac:chgData name="정우 서" userId="85ff6ff5d4fe7c1e" providerId="LiveId" clId="{369B7CB6-7C89-4092-B546-40200FA3D23F}" dt="2025-12-16T18:25:30.305" v="1551" actId="20577"/>
          <ac:graphicFrameMkLst>
            <pc:docMk/>
            <pc:sldMk cId="1345951031" sldId="306"/>
            <ac:graphicFrameMk id="5" creationId="{46BC61A2-A3A4-57F7-7E89-A86BF199936F}"/>
          </ac:graphicFrameMkLst>
        </pc:graphicFrameChg>
        <pc:picChg chg="add mod modCrop">
          <ac:chgData name="정우 서" userId="85ff6ff5d4fe7c1e" providerId="LiveId" clId="{369B7CB6-7C89-4092-B546-40200FA3D23F}" dt="2025-12-16T17:42:49.848" v="275" actId="1076"/>
          <ac:picMkLst>
            <pc:docMk/>
            <pc:sldMk cId="1345951031" sldId="306"/>
            <ac:picMk id="3" creationId="{2AE1015B-8A2E-398F-3C3A-5B960380191F}"/>
          </ac:picMkLst>
        </pc:picChg>
        <pc:picChg chg="del">
          <ac:chgData name="정우 서" userId="85ff6ff5d4fe7c1e" providerId="LiveId" clId="{369B7CB6-7C89-4092-B546-40200FA3D23F}" dt="2025-12-16T17:42:43.198" v="272" actId="478"/>
          <ac:picMkLst>
            <pc:docMk/>
            <pc:sldMk cId="1345951031" sldId="306"/>
            <ac:picMk id="4" creationId="{1C9D0897-19E3-4B52-47D2-8786A37749C3}"/>
          </ac:picMkLst>
        </pc:picChg>
      </pc:sldChg>
      <pc:sldChg chg="addSp delSp modSp mod">
        <pc:chgData name="정우 서" userId="85ff6ff5d4fe7c1e" providerId="LiveId" clId="{369B7CB6-7C89-4092-B546-40200FA3D23F}" dt="2025-12-16T18:29:37.956" v="1811" actId="6549"/>
        <pc:sldMkLst>
          <pc:docMk/>
          <pc:sldMk cId="2435524062" sldId="307"/>
        </pc:sldMkLst>
        <pc:spChg chg="add mod">
          <ac:chgData name="정우 서" userId="85ff6ff5d4fe7c1e" providerId="LiveId" clId="{369B7CB6-7C89-4092-B546-40200FA3D23F}" dt="2025-12-16T18:26:57.566" v="1562" actId="20577"/>
          <ac:spMkLst>
            <pc:docMk/>
            <pc:sldMk cId="2435524062" sldId="307"/>
            <ac:spMk id="6" creationId="{AA2E0291-7A8E-2955-2F5B-0F469A103620}"/>
          </ac:spMkLst>
        </pc:spChg>
        <pc:spChg chg="add mod">
          <ac:chgData name="정우 서" userId="85ff6ff5d4fe7c1e" providerId="LiveId" clId="{369B7CB6-7C89-4092-B546-40200FA3D23F}" dt="2025-12-16T18:28:03.327" v="1660" actId="20577"/>
          <ac:spMkLst>
            <pc:docMk/>
            <pc:sldMk cId="2435524062" sldId="307"/>
            <ac:spMk id="7" creationId="{E073511A-069F-DA27-2C3F-B7C65DB289D0}"/>
          </ac:spMkLst>
        </pc:spChg>
        <pc:spChg chg="add mod">
          <ac:chgData name="정우 서" userId="85ff6ff5d4fe7c1e" providerId="LiveId" clId="{369B7CB6-7C89-4092-B546-40200FA3D23F}" dt="2025-12-16T18:28:12.983" v="1662" actId="20577"/>
          <ac:spMkLst>
            <pc:docMk/>
            <pc:sldMk cId="2435524062" sldId="307"/>
            <ac:spMk id="8" creationId="{42BDA755-EB2B-F160-6932-E1E5EC84BD8E}"/>
          </ac:spMkLst>
        </pc:spChg>
        <pc:spChg chg="add mod">
          <ac:chgData name="정우 서" userId="85ff6ff5d4fe7c1e" providerId="LiveId" clId="{369B7CB6-7C89-4092-B546-40200FA3D23F}" dt="2025-12-16T18:28:16.680" v="1664" actId="20577"/>
          <ac:spMkLst>
            <pc:docMk/>
            <pc:sldMk cId="2435524062" sldId="307"/>
            <ac:spMk id="9" creationId="{D1DFDEF2-CE7F-EE97-DBE8-E90E3A7E3139}"/>
          </ac:spMkLst>
        </pc:spChg>
        <pc:graphicFrameChg chg="mod modGraphic">
          <ac:chgData name="정우 서" userId="85ff6ff5d4fe7c1e" providerId="LiveId" clId="{369B7CB6-7C89-4092-B546-40200FA3D23F}" dt="2025-12-16T18:29:37.956" v="1811" actId="6549"/>
          <ac:graphicFrameMkLst>
            <pc:docMk/>
            <pc:sldMk cId="2435524062" sldId="307"/>
            <ac:graphicFrameMk id="5" creationId="{E8FE8F4B-DD2F-34D6-008A-619A931F7EC6}"/>
          </ac:graphicFrameMkLst>
        </pc:graphicFrameChg>
        <pc:picChg chg="del">
          <ac:chgData name="정우 서" userId="85ff6ff5d4fe7c1e" providerId="LiveId" clId="{369B7CB6-7C89-4092-B546-40200FA3D23F}" dt="2025-12-16T17:43:20.916" v="281" actId="478"/>
          <ac:picMkLst>
            <pc:docMk/>
            <pc:sldMk cId="2435524062" sldId="307"/>
            <ac:picMk id="3" creationId="{BE4A5243-9DB0-986E-2174-F8E870793FD7}"/>
          </ac:picMkLst>
        </pc:picChg>
        <pc:picChg chg="add mod modCrop">
          <ac:chgData name="정우 서" userId="85ff6ff5d4fe7c1e" providerId="LiveId" clId="{369B7CB6-7C89-4092-B546-40200FA3D23F}" dt="2025-12-16T17:43:24.651" v="284" actId="1076"/>
          <ac:picMkLst>
            <pc:docMk/>
            <pc:sldMk cId="2435524062" sldId="307"/>
            <ac:picMk id="4" creationId="{7A0FDD93-C006-6FD7-C8D5-33DDF39CC42F}"/>
          </ac:picMkLst>
        </pc:picChg>
      </pc:sldChg>
      <pc:sldChg chg="addSp delSp modSp mod">
        <pc:chgData name="정우 서" userId="85ff6ff5d4fe7c1e" providerId="LiveId" clId="{369B7CB6-7C89-4092-B546-40200FA3D23F}" dt="2025-12-16T18:43:04.027" v="2960" actId="1076"/>
        <pc:sldMkLst>
          <pc:docMk/>
          <pc:sldMk cId="705701221" sldId="308"/>
        </pc:sldMkLst>
        <pc:spChg chg="add mod">
          <ac:chgData name="정우 서" userId="85ff6ff5d4fe7c1e" providerId="LiveId" clId="{369B7CB6-7C89-4092-B546-40200FA3D23F}" dt="2025-12-16T18:43:04.027" v="2960" actId="1076"/>
          <ac:spMkLst>
            <pc:docMk/>
            <pc:sldMk cId="705701221" sldId="308"/>
            <ac:spMk id="6" creationId="{5CA69363-FEFA-57F9-C3FB-3BED754DC16E}"/>
          </ac:spMkLst>
        </pc:spChg>
        <pc:spChg chg="add mod">
          <ac:chgData name="정우 서" userId="85ff6ff5d4fe7c1e" providerId="LiveId" clId="{369B7CB6-7C89-4092-B546-40200FA3D23F}" dt="2025-12-16T18:43:00.238" v="2959" actId="1076"/>
          <ac:spMkLst>
            <pc:docMk/>
            <pc:sldMk cId="705701221" sldId="308"/>
            <ac:spMk id="7" creationId="{88C9CE78-A7AC-E6DD-CBFC-196C1BB4097C}"/>
          </ac:spMkLst>
        </pc:spChg>
        <pc:spChg chg="add mod">
          <ac:chgData name="정우 서" userId="85ff6ff5d4fe7c1e" providerId="LiveId" clId="{369B7CB6-7C89-4092-B546-40200FA3D23F}" dt="2025-12-16T18:42:57.529" v="2958" actId="1076"/>
          <ac:spMkLst>
            <pc:docMk/>
            <pc:sldMk cId="705701221" sldId="308"/>
            <ac:spMk id="8" creationId="{251B8980-3375-FBE8-4BCA-C308598A9192}"/>
          </ac:spMkLst>
        </pc:spChg>
        <pc:spChg chg="add del mod">
          <ac:chgData name="정우 서" userId="85ff6ff5d4fe7c1e" providerId="LiveId" clId="{369B7CB6-7C89-4092-B546-40200FA3D23F}" dt="2025-12-16T18:42:51.442" v="2957" actId="478"/>
          <ac:spMkLst>
            <pc:docMk/>
            <pc:sldMk cId="705701221" sldId="308"/>
            <ac:spMk id="9" creationId="{14711969-3F6F-725E-4ABE-B58B03ECCD60}"/>
          </ac:spMkLst>
        </pc:spChg>
        <pc:graphicFrameChg chg="mod modGraphic">
          <ac:chgData name="정우 서" userId="85ff6ff5d4fe7c1e" providerId="LiveId" clId="{369B7CB6-7C89-4092-B546-40200FA3D23F}" dt="2025-12-16T18:42:45.405" v="2955" actId="20577"/>
          <ac:graphicFrameMkLst>
            <pc:docMk/>
            <pc:sldMk cId="705701221" sldId="308"/>
            <ac:graphicFrameMk id="5" creationId="{24AEE4D8-5481-8CC7-EBBC-A8DB11A2349D}"/>
          </ac:graphicFrameMkLst>
        </pc:graphicFrameChg>
        <pc:picChg chg="add mod modCrop">
          <ac:chgData name="정우 서" userId="85ff6ff5d4fe7c1e" providerId="LiveId" clId="{369B7CB6-7C89-4092-B546-40200FA3D23F}" dt="2025-12-16T17:45:13.610" v="342" actId="14100"/>
          <ac:picMkLst>
            <pc:docMk/>
            <pc:sldMk cId="705701221" sldId="308"/>
            <ac:picMk id="3" creationId="{2114F4C5-6D3F-72D2-BEA8-D06ABE96DE99}"/>
          </ac:picMkLst>
        </pc:picChg>
        <pc:picChg chg="del">
          <ac:chgData name="정우 서" userId="85ff6ff5d4fe7c1e" providerId="LiveId" clId="{369B7CB6-7C89-4092-B546-40200FA3D23F}" dt="2025-12-16T17:44:33.400" v="301" actId="478"/>
          <ac:picMkLst>
            <pc:docMk/>
            <pc:sldMk cId="705701221" sldId="308"/>
            <ac:picMk id="4" creationId="{5C810B43-E0FD-BF92-D5C6-72717E894450}"/>
          </ac:picMkLst>
        </pc:picChg>
      </pc:sldChg>
      <pc:sldChg chg="addSp delSp modSp add mod">
        <pc:chgData name="정우 서" userId="85ff6ff5d4fe7c1e" providerId="LiveId" clId="{369B7CB6-7C89-4092-B546-40200FA3D23F}" dt="2025-12-16T18:45:23.095" v="3131" actId="20577"/>
        <pc:sldMkLst>
          <pc:docMk/>
          <pc:sldMk cId="1797944054" sldId="309"/>
        </pc:sldMkLst>
        <pc:spChg chg="add del mod">
          <ac:chgData name="정우 서" userId="85ff6ff5d4fe7c1e" providerId="LiveId" clId="{369B7CB6-7C89-4092-B546-40200FA3D23F}" dt="2025-12-16T18:43:32.715" v="2967" actId="1076"/>
          <ac:spMkLst>
            <pc:docMk/>
            <pc:sldMk cId="1797944054" sldId="309"/>
            <ac:spMk id="4" creationId="{AD918A60-B18A-BA81-60C6-6754EF1648FF}"/>
          </ac:spMkLst>
        </pc:spChg>
        <pc:spChg chg="add mod">
          <ac:chgData name="정우 서" userId="85ff6ff5d4fe7c1e" providerId="LiveId" clId="{369B7CB6-7C89-4092-B546-40200FA3D23F}" dt="2025-12-16T18:43:28.741" v="2966" actId="1076"/>
          <ac:spMkLst>
            <pc:docMk/>
            <pc:sldMk cId="1797944054" sldId="309"/>
            <ac:spMk id="6" creationId="{C3CBA703-D819-DF6B-1F79-595FB4E6350A}"/>
          </ac:spMkLst>
        </pc:spChg>
        <pc:spChg chg="add mod">
          <ac:chgData name="정우 서" userId="85ff6ff5d4fe7c1e" providerId="LiveId" clId="{369B7CB6-7C89-4092-B546-40200FA3D23F}" dt="2025-12-16T18:43:24.930" v="2965" actId="1076"/>
          <ac:spMkLst>
            <pc:docMk/>
            <pc:sldMk cId="1797944054" sldId="309"/>
            <ac:spMk id="7" creationId="{CEA4443C-8DA0-2AC0-7495-C0E01C7C594D}"/>
          </ac:spMkLst>
        </pc:spChg>
        <pc:spChg chg="add del mod">
          <ac:chgData name="정우 서" userId="85ff6ff5d4fe7c1e" providerId="LiveId" clId="{369B7CB6-7C89-4092-B546-40200FA3D23F}" dt="2025-12-16T18:43:19.972" v="2964" actId="478"/>
          <ac:spMkLst>
            <pc:docMk/>
            <pc:sldMk cId="1797944054" sldId="309"/>
            <ac:spMk id="8" creationId="{271219B1-23FA-0A20-6EDE-A3D1CA455EF7}"/>
          </ac:spMkLst>
        </pc:spChg>
        <pc:spChg chg="del">
          <ac:chgData name="정우 서" userId="85ff6ff5d4fe7c1e" providerId="LiveId" clId="{369B7CB6-7C89-4092-B546-40200FA3D23F}" dt="2025-12-16T17:48:45.440" v="482" actId="478"/>
          <ac:spMkLst>
            <pc:docMk/>
            <pc:sldMk cId="1797944054" sldId="309"/>
            <ac:spMk id="24" creationId="{9873BDE6-F4C9-9EAF-B54E-847313F16666}"/>
          </ac:spMkLst>
        </pc:spChg>
        <pc:spChg chg="del">
          <ac:chgData name="정우 서" userId="85ff6ff5d4fe7c1e" providerId="LiveId" clId="{369B7CB6-7C89-4092-B546-40200FA3D23F}" dt="2025-12-16T17:48:42.416" v="481" actId="478"/>
          <ac:spMkLst>
            <pc:docMk/>
            <pc:sldMk cId="1797944054" sldId="309"/>
            <ac:spMk id="25" creationId="{745A6A61-C4DA-F27D-EB6B-A16486AFDD1B}"/>
          </ac:spMkLst>
        </pc:spChg>
        <pc:graphicFrameChg chg="mod modGraphic">
          <ac:chgData name="정우 서" userId="85ff6ff5d4fe7c1e" providerId="LiveId" clId="{369B7CB6-7C89-4092-B546-40200FA3D23F}" dt="2025-12-16T18:45:23.095" v="3131" actId="20577"/>
          <ac:graphicFrameMkLst>
            <pc:docMk/>
            <pc:sldMk cId="1797944054" sldId="309"/>
            <ac:graphicFrameMk id="5" creationId="{3D07BC90-796D-27CF-79BB-45AE84159B38}"/>
          </ac:graphicFrameMkLst>
        </pc:graphicFrameChg>
        <pc:picChg chg="add mod modCrop">
          <ac:chgData name="정우 서" userId="85ff6ff5d4fe7c1e" providerId="LiveId" clId="{369B7CB6-7C89-4092-B546-40200FA3D23F}" dt="2025-12-16T17:48:48.843" v="483" actId="1076"/>
          <ac:picMkLst>
            <pc:docMk/>
            <pc:sldMk cId="1797944054" sldId="309"/>
            <ac:picMk id="3" creationId="{D1A96774-4CC5-E1F9-E8F7-506C79A635D5}"/>
          </ac:picMkLst>
        </pc:picChg>
        <pc:picChg chg="del">
          <ac:chgData name="정우 서" userId="85ff6ff5d4fe7c1e" providerId="LiveId" clId="{369B7CB6-7C89-4092-B546-40200FA3D23F}" dt="2025-12-16T17:48:36.908" v="479" actId="478"/>
          <ac:picMkLst>
            <pc:docMk/>
            <pc:sldMk cId="1797944054" sldId="309"/>
            <ac:picMk id="13" creationId="{098ED025-63E6-A74E-4818-619AD26F52D3}"/>
          </ac:picMkLst>
        </pc:picChg>
      </pc:sldChg>
      <pc:sldChg chg="addSp delSp modSp add mod">
        <pc:chgData name="정우 서" userId="85ff6ff5d4fe7c1e" providerId="LiveId" clId="{369B7CB6-7C89-4092-B546-40200FA3D23F}" dt="2025-12-16T18:48:15.771" v="3449" actId="207"/>
        <pc:sldMkLst>
          <pc:docMk/>
          <pc:sldMk cId="2659128064" sldId="310"/>
        </pc:sldMkLst>
        <pc:spChg chg="add mod">
          <ac:chgData name="정우 서" userId="85ff6ff5d4fe7c1e" providerId="LiveId" clId="{369B7CB6-7C89-4092-B546-40200FA3D23F}" dt="2025-12-16T18:45:44.468" v="3133" actId="1076"/>
          <ac:spMkLst>
            <pc:docMk/>
            <pc:sldMk cId="2659128064" sldId="310"/>
            <ac:spMk id="6" creationId="{1E08F82F-4D3D-1EE1-B3BB-9A9BE8DBBD19}"/>
          </ac:spMkLst>
        </pc:spChg>
        <pc:spChg chg="add mod">
          <ac:chgData name="정우 서" userId="85ff6ff5d4fe7c1e" providerId="LiveId" clId="{369B7CB6-7C89-4092-B546-40200FA3D23F}" dt="2025-12-16T18:45:49.794" v="3135" actId="20577"/>
          <ac:spMkLst>
            <pc:docMk/>
            <pc:sldMk cId="2659128064" sldId="310"/>
            <ac:spMk id="7" creationId="{30693239-1A3B-A6AA-4F42-8F56EE383D73}"/>
          </ac:spMkLst>
        </pc:spChg>
        <pc:graphicFrameChg chg="mod modGraphic">
          <ac:chgData name="정우 서" userId="85ff6ff5d4fe7c1e" providerId="LiveId" clId="{369B7CB6-7C89-4092-B546-40200FA3D23F}" dt="2025-12-16T18:48:15.771" v="3449" actId="207"/>
          <ac:graphicFrameMkLst>
            <pc:docMk/>
            <pc:sldMk cId="2659128064" sldId="310"/>
            <ac:graphicFrameMk id="5" creationId="{26716616-63D9-4058-5DE1-7D59EB8A3047}"/>
          </ac:graphicFrameMkLst>
        </pc:graphicFrameChg>
        <pc:picChg chg="del">
          <ac:chgData name="정우 서" userId="85ff6ff5d4fe7c1e" providerId="LiveId" clId="{369B7CB6-7C89-4092-B546-40200FA3D23F}" dt="2025-12-16T18:03:37.724" v="535" actId="478"/>
          <ac:picMkLst>
            <pc:docMk/>
            <pc:sldMk cId="2659128064" sldId="310"/>
            <ac:picMk id="3" creationId="{D2A8CEB3-05BE-1F4C-5D0C-AA2992328B7C}"/>
          </ac:picMkLst>
        </pc:picChg>
        <pc:picChg chg="add mod modCrop">
          <ac:chgData name="정우 서" userId="85ff6ff5d4fe7c1e" providerId="LiveId" clId="{369B7CB6-7C89-4092-B546-40200FA3D23F}" dt="2025-12-16T18:03:38.961" v="536" actId="1076"/>
          <ac:picMkLst>
            <pc:docMk/>
            <pc:sldMk cId="2659128064" sldId="310"/>
            <ac:picMk id="4" creationId="{0E960E2B-D37A-AF5F-9357-CA67A7F513B1}"/>
          </ac:picMkLst>
        </pc:picChg>
      </pc:sldChg>
      <pc:sldChg chg="addSp delSp modSp add mod">
        <pc:chgData name="정우 서" userId="85ff6ff5d4fe7c1e" providerId="LiveId" clId="{369B7CB6-7C89-4092-B546-40200FA3D23F}" dt="2025-12-16T18:21:36.775" v="1412" actId="113"/>
        <pc:sldMkLst>
          <pc:docMk/>
          <pc:sldMk cId="275277204" sldId="311"/>
        </pc:sldMkLst>
        <pc:spChg chg="add mod">
          <ac:chgData name="정우 서" userId="85ff6ff5d4fe7c1e" providerId="LiveId" clId="{369B7CB6-7C89-4092-B546-40200FA3D23F}" dt="2025-12-16T18:21:22.123" v="1403" actId="1076"/>
          <ac:spMkLst>
            <pc:docMk/>
            <pc:sldMk cId="275277204" sldId="311"/>
            <ac:spMk id="7" creationId="{98E302E6-16FF-B956-8574-83A0F7525D0A}"/>
          </ac:spMkLst>
        </pc:spChg>
        <pc:spChg chg="del">
          <ac:chgData name="정우 서" userId="85ff6ff5d4fe7c1e" providerId="LiveId" clId="{369B7CB6-7C89-4092-B546-40200FA3D23F}" dt="2025-12-16T18:06:46.361" v="558" actId="478"/>
          <ac:spMkLst>
            <pc:docMk/>
            <pc:sldMk cId="275277204" sldId="311"/>
            <ac:spMk id="8" creationId="{904544F1-27A3-EF93-DD32-840AD0E44567}"/>
          </ac:spMkLst>
        </pc:spChg>
        <pc:spChg chg="del">
          <ac:chgData name="정우 서" userId="85ff6ff5d4fe7c1e" providerId="LiveId" clId="{369B7CB6-7C89-4092-B546-40200FA3D23F}" dt="2025-12-16T18:06:45.022" v="557" actId="478"/>
          <ac:spMkLst>
            <pc:docMk/>
            <pc:sldMk cId="275277204" sldId="311"/>
            <ac:spMk id="9" creationId="{CE81B7EA-C35A-26A8-F2AA-F8CDE111337C}"/>
          </ac:spMkLst>
        </pc:spChg>
        <pc:spChg chg="del">
          <ac:chgData name="정우 서" userId="85ff6ff5d4fe7c1e" providerId="LiveId" clId="{369B7CB6-7C89-4092-B546-40200FA3D23F}" dt="2025-12-16T18:06:36.991" v="549" actId="478"/>
          <ac:spMkLst>
            <pc:docMk/>
            <pc:sldMk cId="275277204" sldId="311"/>
            <ac:spMk id="10" creationId="{0E98A3A9-A9B0-0167-6468-80E5CD0D1843}"/>
          </ac:spMkLst>
        </pc:spChg>
        <pc:spChg chg="del mod">
          <ac:chgData name="정우 서" userId="85ff6ff5d4fe7c1e" providerId="LiveId" clId="{369B7CB6-7C89-4092-B546-40200FA3D23F}" dt="2025-12-16T18:06:39.610" v="552" actId="478"/>
          <ac:spMkLst>
            <pc:docMk/>
            <pc:sldMk cId="275277204" sldId="311"/>
            <ac:spMk id="11" creationId="{A5C76AEA-C820-B866-C618-640C4BC46D4A}"/>
          </ac:spMkLst>
        </pc:spChg>
        <pc:spChg chg="del mod">
          <ac:chgData name="정우 서" userId="85ff6ff5d4fe7c1e" providerId="LiveId" clId="{369B7CB6-7C89-4092-B546-40200FA3D23F}" dt="2025-12-16T18:06:40.286" v="553" actId="478"/>
          <ac:spMkLst>
            <pc:docMk/>
            <pc:sldMk cId="275277204" sldId="311"/>
            <ac:spMk id="12" creationId="{275F4D14-FC44-6686-6624-804688165AFB}"/>
          </ac:spMkLst>
        </pc:spChg>
        <pc:spChg chg="add mod">
          <ac:chgData name="정우 서" userId="85ff6ff5d4fe7c1e" providerId="LiveId" clId="{369B7CB6-7C89-4092-B546-40200FA3D23F}" dt="2025-12-16T18:21:36.775" v="1412" actId="113"/>
          <ac:spMkLst>
            <pc:docMk/>
            <pc:sldMk cId="275277204" sldId="311"/>
            <ac:spMk id="13" creationId="{2ADDB089-BD35-A8F9-6216-505A3F7C9F54}"/>
          </ac:spMkLst>
        </pc:spChg>
        <pc:spChg chg="del">
          <ac:chgData name="정우 서" userId="85ff6ff5d4fe7c1e" providerId="LiveId" clId="{369B7CB6-7C89-4092-B546-40200FA3D23F}" dt="2025-12-16T18:06:40.924" v="554" actId="478"/>
          <ac:spMkLst>
            <pc:docMk/>
            <pc:sldMk cId="275277204" sldId="311"/>
            <ac:spMk id="15" creationId="{31C095EE-F399-8A1F-49B0-98274AFEABFF}"/>
          </ac:spMkLst>
        </pc:spChg>
        <pc:spChg chg="add mod">
          <ac:chgData name="정우 서" userId="85ff6ff5d4fe7c1e" providerId="LiveId" clId="{369B7CB6-7C89-4092-B546-40200FA3D23F}" dt="2025-12-16T18:21:32.615" v="1410"/>
          <ac:spMkLst>
            <pc:docMk/>
            <pc:sldMk cId="275277204" sldId="311"/>
            <ac:spMk id="16" creationId="{8389B96C-5FFE-B470-40DE-87FDFE99ADD2}"/>
          </ac:spMkLst>
        </pc:spChg>
        <pc:spChg chg="add mod">
          <ac:chgData name="정우 서" userId="85ff6ff5d4fe7c1e" providerId="LiveId" clId="{369B7CB6-7C89-4092-B546-40200FA3D23F}" dt="2025-12-16T18:21:34.974" v="1411"/>
          <ac:spMkLst>
            <pc:docMk/>
            <pc:sldMk cId="275277204" sldId="311"/>
            <ac:spMk id="17" creationId="{4567F345-B825-5CB0-F813-9EA4258F2603}"/>
          </ac:spMkLst>
        </pc:spChg>
        <pc:spChg chg="del">
          <ac:chgData name="정우 서" userId="85ff6ff5d4fe7c1e" providerId="LiveId" clId="{369B7CB6-7C89-4092-B546-40200FA3D23F}" dt="2025-12-16T18:06:42.228" v="555" actId="478"/>
          <ac:spMkLst>
            <pc:docMk/>
            <pc:sldMk cId="275277204" sldId="311"/>
            <ac:spMk id="18" creationId="{63C83FD6-C1EF-D651-DC43-8CF1128DD768}"/>
          </ac:spMkLst>
        </pc:spChg>
        <pc:spChg chg="del">
          <ac:chgData name="정우 서" userId="85ff6ff5d4fe7c1e" providerId="LiveId" clId="{369B7CB6-7C89-4092-B546-40200FA3D23F}" dt="2025-12-16T18:06:43.172" v="556" actId="478"/>
          <ac:spMkLst>
            <pc:docMk/>
            <pc:sldMk cId="275277204" sldId="311"/>
            <ac:spMk id="19" creationId="{B7E36A0A-EC85-3E48-FEEF-665FED6751C6}"/>
          </ac:spMkLst>
        </pc:spChg>
        <pc:graphicFrameChg chg="mod modGraphic">
          <ac:chgData name="정우 서" userId="85ff6ff5d4fe7c1e" providerId="LiveId" clId="{369B7CB6-7C89-4092-B546-40200FA3D23F}" dt="2025-12-16T18:20:05.950" v="1396" actId="20577"/>
          <ac:graphicFrameMkLst>
            <pc:docMk/>
            <pc:sldMk cId="275277204" sldId="311"/>
            <ac:graphicFrameMk id="5" creationId="{2AEB292B-5206-DCB3-60A7-70D2A2FEADB4}"/>
          </ac:graphicFrameMkLst>
        </pc:graphicFrameChg>
        <pc:picChg chg="add mod modCrop">
          <ac:chgData name="정우 서" userId="85ff6ff5d4fe7c1e" providerId="LiveId" clId="{369B7CB6-7C89-4092-B546-40200FA3D23F}" dt="2025-12-16T18:06:48.266" v="559" actId="1076"/>
          <ac:picMkLst>
            <pc:docMk/>
            <pc:sldMk cId="275277204" sldId="311"/>
            <ac:picMk id="3" creationId="{66F9AC97-80FD-D927-B07A-0C15B4A0A8DF}"/>
          </ac:picMkLst>
        </pc:picChg>
        <pc:picChg chg="add mod">
          <ac:chgData name="정우 서" userId="85ff6ff5d4fe7c1e" providerId="LiveId" clId="{369B7CB6-7C89-4092-B546-40200FA3D23F}" dt="2025-12-16T18:21:15.702" v="1401"/>
          <ac:picMkLst>
            <pc:docMk/>
            <pc:sldMk cId="275277204" sldId="311"/>
            <ac:picMk id="6" creationId="{6A8AA1F9-65FB-09EF-D643-B470E027EAEA}"/>
          </ac:picMkLst>
        </pc:picChg>
        <pc:picChg chg="del">
          <ac:chgData name="정우 서" userId="85ff6ff5d4fe7c1e" providerId="LiveId" clId="{369B7CB6-7C89-4092-B546-40200FA3D23F}" dt="2025-12-16T18:06:34.827" v="547" actId="478"/>
          <ac:picMkLst>
            <pc:docMk/>
            <pc:sldMk cId="275277204" sldId="311"/>
            <ac:picMk id="14" creationId="{586AC8E4-F4F2-7EA7-021D-B0261664EF50}"/>
          </ac:picMkLst>
        </pc:picChg>
      </pc:sldChg>
      <pc:sldChg chg="addSp delSp modSp add mod">
        <pc:chgData name="정우 서" userId="85ff6ff5d4fe7c1e" providerId="LiveId" clId="{369B7CB6-7C89-4092-B546-40200FA3D23F}" dt="2025-12-16T18:52:01.627" v="3989" actId="207"/>
        <pc:sldMkLst>
          <pc:docMk/>
          <pc:sldMk cId="2375816882" sldId="312"/>
        </pc:sldMkLst>
        <pc:spChg chg="add mod">
          <ac:chgData name="정우 서" userId="85ff6ff5d4fe7c1e" providerId="LiveId" clId="{369B7CB6-7C89-4092-B546-40200FA3D23F}" dt="2025-12-16T18:48:40.699" v="3451" actId="1076"/>
          <ac:spMkLst>
            <pc:docMk/>
            <pc:sldMk cId="2375816882" sldId="312"/>
            <ac:spMk id="6" creationId="{8A1AF2F5-EE31-7F68-C62C-16E79D8E05E9}"/>
          </ac:spMkLst>
        </pc:spChg>
        <pc:spChg chg="add mod">
          <ac:chgData name="정우 서" userId="85ff6ff5d4fe7c1e" providerId="LiveId" clId="{369B7CB6-7C89-4092-B546-40200FA3D23F}" dt="2025-12-16T18:49:42.816" v="3607" actId="20577"/>
          <ac:spMkLst>
            <pc:docMk/>
            <pc:sldMk cId="2375816882" sldId="312"/>
            <ac:spMk id="7" creationId="{CE48D021-68D0-E299-5AE0-5C2605DDFA20}"/>
          </ac:spMkLst>
        </pc:spChg>
        <pc:spChg chg="add mod">
          <ac:chgData name="정우 서" userId="85ff6ff5d4fe7c1e" providerId="LiveId" clId="{369B7CB6-7C89-4092-B546-40200FA3D23F}" dt="2025-12-16T18:50:14.609" v="3686" actId="20577"/>
          <ac:spMkLst>
            <pc:docMk/>
            <pc:sldMk cId="2375816882" sldId="312"/>
            <ac:spMk id="8" creationId="{26D3DE3E-8B18-72E8-B92F-ADC26799971D}"/>
          </ac:spMkLst>
        </pc:spChg>
        <pc:spChg chg="add mod">
          <ac:chgData name="정우 서" userId="85ff6ff5d4fe7c1e" providerId="LiveId" clId="{369B7CB6-7C89-4092-B546-40200FA3D23F}" dt="2025-12-16T18:50:45.012" v="3758" actId="20577"/>
          <ac:spMkLst>
            <pc:docMk/>
            <pc:sldMk cId="2375816882" sldId="312"/>
            <ac:spMk id="9" creationId="{C071586C-67B2-2675-2F85-B37F70D89148}"/>
          </ac:spMkLst>
        </pc:spChg>
        <pc:spChg chg="add mod">
          <ac:chgData name="정우 서" userId="85ff6ff5d4fe7c1e" providerId="LiveId" clId="{369B7CB6-7C89-4092-B546-40200FA3D23F}" dt="2025-12-16T18:50:53.079" v="3762" actId="1076"/>
          <ac:spMkLst>
            <pc:docMk/>
            <pc:sldMk cId="2375816882" sldId="312"/>
            <ac:spMk id="10" creationId="{5475B4CF-0D9F-5145-9C65-2785BA888043}"/>
          </ac:spMkLst>
        </pc:spChg>
        <pc:graphicFrameChg chg="mod modGraphic">
          <ac:chgData name="정우 서" userId="85ff6ff5d4fe7c1e" providerId="LiveId" clId="{369B7CB6-7C89-4092-B546-40200FA3D23F}" dt="2025-12-16T18:52:01.627" v="3989" actId="207"/>
          <ac:graphicFrameMkLst>
            <pc:docMk/>
            <pc:sldMk cId="2375816882" sldId="312"/>
            <ac:graphicFrameMk id="5" creationId="{A8F8F612-4C06-09BF-C344-F8A32458FC5A}"/>
          </ac:graphicFrameMkLst>
        </pc:graphicFrameChg>
        <pc:picChg chg="add mod modCrop">
          <ac:chgData name="정우 서" userId="85ff6ff5d4fe7c1e" providerId="LiveId" clId="{369B7CB6-7C89-4092-B546-40200FA3D23F}" dt="2025-12-16T18:09:38.842" v="771" actId="1076"/>
          <ac:picMkLst>
            <pc:docMk/>
            <pc:sldMk cId="2375816882" sldId="312"/>
            <ac:picMk id="3" creationId="{00438EBB-CA6D-ACE1-166E-9893B2D513CB}"/>
          </ac:picMkLst>
        </pc:picChg>
        <pc:picChg chg="del">
          <ac:chgData name="정우 서" userId="85ff6ff5d4fe7c1e" providerId="LiveId" clId="{369B7CB6-7C89-4092-B546-40200FA3D23F}" dt="2025-12-16T18:09:36.191" v="770" actId="478"/>
          <ac:picMkLst>
            <pc:docMk/>
            <pc:sldMk cId="2375816882" sldId="312"/>
            <ac:picMk id="4" creationId="{875BC488-220E-1AA5-F6B6-9C64F90DBB32}"/>
          </ac:picMkLst>
        </pc:picChg>
      </pc:sldChg>
      <pc:sldChg chg="addSp delSp modSp add mod">
        <pc:chgData name="정우 서" userId="85ff6ff5d4fe7c1e" providerId="LiveId" clId="{369B7CB6-7C89-4092-B546-40200FA3D23F}" dt="2025-12-16T19:26:13.406" v="8218" actId="20577"/>
        <pc:sldMkLst>
          <pc:docMk/>
          <pc:sldMk cId="3779784726" sldId="313"/>
        </pc:sldMkLst>
        <pc:spChg chg="add mod">
          <ac:chgData name="정우 서" userId="85ff6ff5d4fe7c1e" providerId="LiveId" clId="{369B7CB6-7C89-4092-B546-40200FA3D23F}" dt="2025-12-16T18:54:20.881" v="4072" actId="1076"/>
          <ac:spMkLst>
            <pc:docMk/>
            <pc:sldMk cId="3779784726" sldId="313"/>
            <ac:spMk id="6" creationId="{5AA405C4-B750-33F8-7626-F141F928C151}"/>
          </ac:spMkLst>
        </pc:spChg>
        <pc:spChg chg="add mod">
          <ac:chgData name="정우 서" userId="85ff6ff5d4fe7c1e" providerId="LiveId" clId="{369B7CB6-7C89-4092-B546-40200FA3D23F}" dt="2025-12-16T18:54:58.705" v="4167" actId="20577"/>
          <ac:spMkLst>
            <pc:docMk/>
            <pc:sldMk cId="3779784726" sldId="313"/>
            <ac:spMk id="7" creationId="{BA356A91-EA1B-A47C-BA9D-FC845122C45B}"/>
          </ac:spMkLst>
        </pc:spChg>
        <pc:spChg chg="add mod">
          <ac:chgData name="정우 서" userId="85ff6ff5d4fe7c1e" providerId="LiveId" clId="{369B7CB6-7C89-4092-B546-40200FA3D23F}" dt="2025-12-16T18:56:02.257" v="4352" actId="20577"/>
          <ac:spMkLst>
            <pc:docMk/>
            <pc:sldMk cId="3779784726" sldId="313"/>
            <ac:spMk id="8" creationId="{EB16496E-45A1-FC81-0E96-EF01B3DD0D75}"/>
          </ac:spMkLst>
        </pc:spChg>
        <pc:spChg chg="add mod">
          <ac:chgData name="정우 서" userId="85ff6ff5d4fe7c1e" providerId="LiveId" clId="{369B7CB6-7C89-4092-B546-40200FA3D23F}" dt="2025-12-16T18:57:54.990" v="4533" actId="20577"/>
          <ac:spMkLst>
            <pc:docMk/>
            <pc:sldMk cId="3779784726" sldId="313"/>
            <ac:spMk id="9" creationId="{90092473-E330-951A-35BF-348078930282}"/>
          </ac:spMkLst>
        </pc:spChg>
        <pc:graphicFrameChg chg="mod modGraphic">
          <ac:chgData name="정우 서" userId="85ff6ff5d4fe7c1e" providerId="LiveId" clId="{369B7CB6-7C89-4092-B546-40200FA3D23F}" dt="2025-12-16T19:26:13.406" v="8218" actId="20577"/>
          <ac:graphicFrameMkLst>
            <pc:docMk/>
            <pc:sldMk cId="3779784726" sldId="313"/>
            <ac:graphicFrameMk id="5" creationId="{97209052-9A05-992E-1F5E-80DF357AA5AC}"/>
          </ac:graphicFrameMkLst>
        </pc:graphicFrameChg>
        <pc:picChg chg="del">
          <ac:chgData name="정우 서" userId="85ff6ff5d4fe7c1e" providerId="LiveId" clId="{369B7CB6-7C89-4092-B546-40200FA3D23F}" dt="2025-12-16T18:10:44.814" v="905" actId="478"/>
          <ac:picMkLst>
            <pc:docMk/>
            <pc:sldMk cId="3779784726" sldId="313"/>
            <ac:picMk id="3" creationId="{75F94249-E3D6-F7E4-1B16-FAC332BA892F}"/>
          </ac:picMkLst>
        </pc:picChg>
        <pc:picChg chg="add mod modCrop">
          <ac:chgData name="정우 서" userId="85ff6ff5d4fe7c1e" providerId="LiveId" clId="{369B7CB6-7C89-4092-B546-40200FA3D23F}" dt="2025-12-16T18:53:55.063" v="4003" actId="1076"/>
          <ac:picMkLst>
            <pc:docMk/>
            <pc:sldMk cId="3779784726" sldId="313"/>
            <ac:picMk id="4" creationId="{08282302-C0BC-5A0B-5946-EDB6938863D5}"/>
          </ac:picMkLst>
        </pc:picChg>
      </pc:sldChg>
      <pc:sldChg chg="addSp delSp modSp add mod">
        <pc:chgData name="정우 서" userId="85ff6ff5d4fe7c1e" providerId="LiveId" clId="{369B7CB6-7C89-4092-B546-40200FA3D23F}" dt="2025-12-16T19:26:20.147" v="8226" actId="20577"/>
        <pc:sldMkLst>
          <pc:docMk/>
          <pc:sldMk cId="215340054" sldId="314"/>
        </pc:sldMkLst>
        <pc:spChg chg="add mod">
          <ac:chgData name="정우 서" userId="85ff6ff5d4fe7c1e" providerId="LiveId" clId="{369B7CB6-7C89-4092-B546-40200FA3D23F}" dt="2025-12-16T18:59:00.349" v="4610" actId="1076"/>
          <ac:spMkLst>
            <pc:docMk/>
            <pc:sldMk cId="215340054" sldId="314"/>
            <ac:spMk id="6" creationId="{09D607EE-D222-119A-0BF4-16B90989FA0E}"/>
          </ac:spMkLst>
        </pc:spChg>
        <pc:spChg chg="add mod">
          <ac:chgData name="정우 서" userId="85ff6ff5d4fe7c1e" providerId="LiveId" clId="{369B7CB6-7C89-4092-B546-40200FA3D23F}" dt="2025-12-16T18:59:44.496" v="4720" actId="20577"/>
          <ac:spMkLst>
            <pc:docMk/>
            <pc:sldMk cId="215340054" sldId="314"/>
            <ac:spMk id="7" creationId="{A67F1928-6F79-1D37-F780-4AB047862832}"/>
          </ac:spMkLst>
        </pc:spChg>
        <pc:spChg chg="add mod">
          <ac:chgData name="정우 서" userId="85ff6ff5d4fe7c1e" providerId="LiveId" clId="{369B7CB6-7C89-4092-B546-40200FA3D23F}" dt="2025-12-16T19:00:42.104" v="4860" actId="20577"/>
          <ac:spMkLst>
            <pc:docMk/>
            <pc:sldMk cId="215340054" sldId="314"/>
            <ac:spMk id="8" creationId="{C5FA9291-0642-38F6-1DD4-080009ED7E9A}"/>
          </ac:spMkLst>
        </pc:spChg>
        <pc:spChg chg="add mod">
          <ac:chgData name="정우 서" userId="85ff6ff5d4fe7c1e" providerId="LiveId" clId="{369B7CB6-7C89-4092-B546-40200FA3D23F}" dt="2025-12-16T19:01:01.574" v="4954" actId="20577"/>
          <ac:spMkLst>
            <pc:docMk/>
            <pc:sldMk cId="215340054" sldId="314"/>
            <ac:spMk id="9" creationId="{F73CED12-E38D-4D5E-9050-5E243946B520}"/>
          </ac:spMkLst>
        </pc:spChg>
        <pc:spChg chg="add mod">
          <ac:chgData name="정우 서" userId="85ff6ff5d4fe7c1e" providerId="LiveId" clId="{369B7CB6-7C89-4092-B546-40200FA3D23F}" dt="2025-12-16T19:01:24.454" v="4993" actId="20577"/>
          <ac:spMkLst>
            <pc:docMk/>
            <pc:sldMk cId="215340054" sldId="314"/>
            <ac:spMk id="10" creationId="{FC5C81FC-05E1-B490-B4FA-CF7B6433D66D}"/>
          </ac:spMkLst>
        </pc:spChg>
        <pc:spChg chg="add mod">
          <ac:chgData name="정우 서" userId="85ff6ff5d4fe7c1e" providerId="LiveId" clId="{369B7CB6-7C89-4092-B546-40200FA3D23F}" dt="2025-12-16T19:02:02.145" v="5146" actId="20577"/>
          <ac:spMkLst>
            <pc:docMk/>
            <pc:sldMk cId="215340054" sldId="314"/>
            <ac:spMk id="11" creationId="{807F21A2-0E16-59A3-62EC-B13DB193019C}"/>
          </ac:spMkLst>
        </pc:spChg>
        <pc:spChg chg="add mod">
          <ac:chgData name="정우 서" userId="85ff6ff5d4fe7c1e" providerId="LiveId" clId="{369B7CB6-7C89-4092-B546-40200FA3D23F}" dt="2025-12-16T19:02:23.144" v="5219" actId="20577"/>
          <ac:spMkLst>
            <pc:docMk/>
            <pc:sldMk cId="215340054" sldId="314"/>
            <ac:spMk id="12" creationId="{864E40A3-5248-215B-98B9-C993FBF85EF0}"/>
          </ac:spMkLst>
        </pc:spChg>
        <pc:spChg chg="add mod">
          <ac:chgData name="정우 서" userId="85ff6ff5d4fe7c1e" providerId="LiveId" clId="{369B7CB6-7C89-4092-B546-40200FA3D23F}" dt="2025-12-16T19:07:08.054" v="5730" actId="1076"/>
          <ac:spMkLst>
            <pc:docMk/>
            <pc:sldMk cId="215340054" sldId="314"/>
            <ac:spMk id="13" creationId="{F8A699CC-CB5E-8ABC-CC45-4EFE89CE0B37}"/>
          </ac:spMkLst>
        </pc:spChg>
        <pc:graphicFrameChg chg="mod modGraphic">
          <ac:chgData name="정우 서" userId="85ff6ff5d4fe7c1e" providerId="LiveId" clId="{369B7CB6-7C89-4092-B546-40200FA3D23F}" dt="2025-12-16T19:26:20.147" v="8226" actId="20577"/>
          <ac:graphicFrameMkLst>
            <pc:docMk/>
            <pc:sldMk cId="215340054" sldId="314"/>
            <ac:graphicFrameMk id="5" creationId="{F2AC56EB-5D69-0A8A-F15F-728867191BD8}"/>
          </ac:graphicFrameMkLst>
        </pc:graphicFrameChg>
        <pc:picChg chg="add del mod modCrop">
          <ac:chgData name="정우 서" userId="85ff6ff5d4fe7c1e" providerId="LiveId" clId="{369B7CB6-7C89-4092-B546-40200FA3D23F}" dt="2025-12-16T19:06:16.841" v="5725" actId="478"/>
          <ac:picMkLst>
            <pc:docMk/>
            <pc:sldMk cId="215340054" sldId="314"/>
            <ac:picMk id="3" creationId="{71B600C4-DB0B-2D49-55E7-726E99B18381}"/>
          </ac:picMkLst>
        </pc:picChg>
        <pc:picChg chg="del">
          <ac:chgData name="정우 서" userId="85ff6ff5d4fe7c1e" providerId="LiveId" clId="{369B7CB6-7C89-4092-B546-40200FA3D23F}" dt="2025-12-16T18:11:58.822" v="944" actId="478"/>
          <ac:picMkLst>
            <pc:docMk/>
            <pc:sldMk cId="215340054" sldId="314"/>
            <ac:picMk id="4" creationId="{411A0ED4-0D32-A693-BFEE-C359BC11F0C2}"/>
          </ac:picMkLst>
        </pc:picChg>
        <pc:picChg chg="add mod ord">
          <ac:chgData name="정우 서" userId="85ff6ff5d4fe7c1e" providerId="LiveId" clId="{369B7CB6-7C89-4092-B546-40200FA3D23F}" dt="2025-12-16T19:07:02.382" v="5729" actId="1076"/>
          <ac:picMkLst>
            <pc:docMk/>
            <pc:sldMk cId="215340054" sldId="314"/>
            <ac:picMk id="15" creationId="{1B25389D-878F-5B7C-4B4B-A6658C0A8B22}"/>
          </ac:picMkLst>
        </pc:picChg>
      </pc:sldChg>
      <pc:sldChg chg="addSp delSp modSp add mod">
        <pc:chgData name="정우 서" userId="85ff6ff5d4fe7c1e" providerId="LiveId" clId="{369B7CB6-7C89-4092-B546-40200FA3D23F}" dt="2025-12-16T19:26:53.582" v="8248" actId="20577"/>
        <pc:sldMkLst>
          <pc:docMk/>
          <pc:sldMk cId="2543240052" sldId="315"/>
        </pc:sldMkLst>
        <pc:spChg chg="add mod">
          <ac:chgData name="정우 서" userId="85ff6ff5d4fe7c1e" providerId="LiveId" clId="{369B7CB6-7C89-4092-B546-40200FA3D23F}" dt="2025-12-16T19:08:24.479" v="5751" actId="1076"/>
          <ac:spMkLst>
            <pc:docMk/>
            <pc:sldMk cId="2543240052" sldId="315"/>
            <ac:spMk id="6" creationId="{1911E6CE-C1C5-3826-113F-35A06E134D8E}"/>
          </ac:spMkLst>
        </pc:spChg>
        <pc:spChg chg="add mod">
          <ac:chgData name="정우 서" userId="85ff6ff5d4fe7c1e" providerId="LiveId" clId="{369B7CB6-7C89-4092-B546-40200FA3D23F}" dt="2025-12-16T19:09:12.185" v="5891" actId="20577"/>
          <ac:spMkLst>
            <pc:docMk/>
            <pc:sldMk cId="2543240052" sldId="315"/>
            <ac:spMk id="7" creationId="{7D37C522-4752-05D7-0145-51C46D4E0E45}"/>
          </ac:spMkLst>
        </pc:spChg>
        <pc:spChg chg="add mod">
          <ac:chgData name="정우 서" userId="85ff6ff5d4fe7c1e" providerId="LiveId" clId="{369B7CB6-7C89-4092-B546-40200FA3D23F}" dt="2025-12-16T19:10:09.268" v="6054" actId="20577"/>
          <ac:spMkLst>
            <pc:docMk/>
            <pc:sldMk cId="2543240052" sldId="315"/>
            <ac:spMk id="8" creationId="{3F8E0A89-B474-6277-8420-8C82A75A4EE0}"/>
          </ac:spMkLst>
        </pc:spChg>
        <pc:graphicFrameChg chg="mod modGraphic">
          <ac:chgData name="정우 서" userId="85ff6ff5d4fe7c1e" providerId="LiveId" clId="{369B7CB6-7C89-4092-B546-40200FA3D23F}" dt="2025-12-16T19:26:53.582" v="8248" actId="20577"/>
          <ac:graphicFrameMkLst>
            <pc:docMk/>
            <pc:sldMk cId="2543240052" sldId="315"/>
            <ac:graphicFrameMk id="5" creationId="{CAC5FB55-CE59-4124-B0C3-1F167098814E}"/>
          </ac:graphicFrameMkLst>
        </pc:graphicFrameChg>
        <pc:picChg chg="del">
          <ac:chgData name="정우 서" userId="85ff6ff5d4fe7c1e" providerId="LiveId" clId="{369B7CB6-7C89-4092-B546-40200FA3D23F}" dt="2025-12-16T18:13:25.397" v="1030" actId="478"/>
          <ac:picMkLst>
            <pc:docMk/>
            <pc:sldMk cId="2543240052" sldId="315"/>
            <ac:picMk id="3" creationId="{A9D15B37-8A13-4216-8780-2DEEEA61BCC3}"/>
          </ac:picMkLst>
        </pc:picChg>
        <pc:picChg chg="add mod modCrop">
          <ac:chgData name="정우 서" userId="85ff6ff5d4fe7c1e" providerId="LiveId" clId="{369B7CB6-7C89-4092-B546-40200FA3D23F}" dt="2025-12-16T18:13:34.811" v="1033" actId="1076"/>
          <ac:picMkLst>
            <pc:docMk/>
            <pc:sldMk cId="2543240052" sldId="315"/>
            <ac:picMk id="4" creationId="{A99A3C53-2F11-6015-513F-69E2C85FF581}"/>
          </ac:picMkLst>
        </pc:picChg>
      </pc:sldChg>
      <pc:sldChg chg="addSp delSp modSp add mod">
        <pc:chgData name="정우 서" userId="85ff6ff5d4fe7c1e" providerId="LiveId" clId="{369B7CB6-7C89-4092-B546-40200FA3D23F}" dt="2025-12-16T19:24:59.557" v="8211" actId="20577"/>
        <pc:sldMkLst>
          <pc:docMk/>
          <pc:sldMk cId="3959939922" sldId="316"/>
        </pc:sldMkLst>
        <pc:spChg chg="add mod">
          <ac:chgData name="정우 서" userId="85ff6ff5d4fe7c1e" providerId="LiveId" clId="{369B7CB6-7C89-4092-B546-40200FA3D23F}" dt="2025-12-16T19:10:46.201" v="6163" actId="1076"/>
          <ac:spMkLst>
            <pc:docMk/>
            <pc:sldMk cId="3959939922" sldId="316"/>
            <ac:spMk id="6" creationId="{C802D60C-34C2-8F12-8AA4-632C4C9AC30E}"/>
          </ac:spMkLst>
        </pc:spChg>
        <pc:spChg chg="add mod">
          <ac:chgData name="정우 서" userId="85ff6ff5d4fe7c1e" providerId="LiveId" clId="{369B7CB6-7C89-4092-B546-40200FA3D23F}" dt="2025-12-16T19:12:53.358" v="6492" actId="20577"/>
          <ac:spMkLst>
            <pc:docMk/>
            <pc:sldMk cId="3959939922" sldId="316"/>
            <ac:spMk id="7" creationId="{B298AE79-7FC8-E888-6F0A-AF98F9218A61}"/>
          </ac:spMkLst>
        </pc:spChg>
        <pc:spChg chg="add mod">
          <ac:chgData name="정우 서" userId="85ff6ff5d4fe7c1e" providerId="LiveId" clId="{369B7CB6-7C89-4092-B546-40200FA3D23F}" dt="2025-12-16T19:13:39.495" v="6631" actId="1076"/>
          <ac:spMkLst>
            <pc:docMk/>
            <pc:sldMk cId="3959939922" sldId="316"/>
            <ac:spMk id="8" creationId="{2001866A-786B-811B-29D4-AC004B91FE63}"/>
          </ac:spMkLst>
        </pc:spChg>
        <pc:graphicFrameChg chg="mod modGraphic">
          <ac:chgData name="정우 서" userId="85ff6ff5d4fe7c1e" providerId="LiveId" clId="{369B7CB6-7C89-4092-B546-40200FA3D23F}" dt="2025-12-16T19:24:59.557" v="8211" actId="20577"/>
          <ac:graphicFrameMkLst>
            <pc:docMk/>
            <pc:sldMk cId="3959939922" sldId="316"/>
            <ac:graphicFrameMk id="5" creationId="{05C4DA59-21AC-9249-810C-7ECC352FD6D7}"/>
          </ac:graphicFrameMkLst>
        </pc:graphicFrameChg>
        <pc:picChg chg="add mod modCrop">
          <ac:chgData name="정우 서" userId="85ff6ff5d4fe7c1e" providerId="LiveId" clId="{369B7CB6-7C89-4092-B546-40200FA3D23F}" dt="2025-12-16T18:14:43.916" v="1116" actId="1076"/>
          <ac:picMkLst>
            <pc:docMk/>
            <pc:sldMk cId="3959939922" sldId="316"/>
            <ac:picMk id="3" creationId="{3DEC53C6-46B5-FAC0-E487-D55EA3BB60E0}"/>
          </ac:picMkLst>
        </pc:picChg>
        <pc:picChg chg="del">
          <ac:chgData name="정우 서" userId="85ff6ff5d4fe7c1e" providerId="LiveId" clId="{369B7CB6-7C89-4092-B546-40200FA3D23F}" dt="2025-12-16T18:14:42.029" v="1115" actId="478"/>
          <ac:picMkLst>
            <pc:docMk/>
            <pc:sldMk cId="3959939922" sldId="316"/>
            <ac:picMk id="4" creationId="{D5F065F6-9B3E-2FB8-A555-DC8C778BF066}"/>
          </ac:picMkLst>
        </pc:picChg>
      </pc:sldChg>
      <pc:sldChg chg="addSp delSp modSp add mod">
        <pc:chgData name="정우 서" userId="85ff6ff5d4fe7c1e" providerId="LiveId" clId="{369B7CB6-7C89-4092-B546-40200FA3D23F}" dt="2025-12-16T19:27:11.260" v="8254" actId="20577"/>
        <pc:sldMkLst>
          <pc:docMk/>
          <pc:sldMk cId="2370798618" sldId="317"/>
        </pc:sldMkLst>
        <pc:spChg chg="add mod">
          <ac:chgData name="정우 서" userId="85ff6ff5d4fe7c1e" providerId="LiveId" clId="{369B7CB6-7C89-4092-B546-40200FA3D23F}" dt="2025-12-16T19:17:12.492" v="7183" actId="1076"/>
          <ac:spMkLst>
            <pc:docMk/>
            <pc:sldMk cId="2370798618" sldId="317"/>
            <ac:spMk id="6" creationId="{79757227-D4BA-D047-8D03-56DB00E3B325}"/>
          </ac:spMkLst>
        </pc:spChg>
        <pc:spChg chg="add mod">
          <ac:chgData name="정우 서" userId="85ff6ff5d4fe7c1e" providerId="LiveId" clId="{369B7CB6-7C89-4092-B546-40200FA3D23F}" dt="2025-12-16T19:17:18.127" v="7185" actId="20577"/>
          <ac:spMkLst>
            <pc:docMk/>
            <pc:sldMk cId="2370798618" sldId="317"/>
            <ac:spMk id="7" creationId="{AB20EBE4-1472-809D-3A60-4CDF6622D435}"/>
          </ac:spMkLst>
        </pc:spChg>
        <pc:graphicFrameChg chg="mod modGraphic">
          <ac:chgData name="정우 서" userId="85ff6ff5d4fe7c1e" providerId="LiveId" clId="{369B7CB6-7C89-4092-B546-40200FA3D23F}" dt="2025-12-16T19:27:11.260" v="8254" actId="20577"/>
          <ac:graphicFrameMkLst>
            <pc:docMk/>
            <pc:sldMk cId="2370798618" sldId="317"/>
            <ac:graphicFrameMk id="5" creationId="{41751149-EAA2-1400-8183-9CF58D655EDA}"/>
          </ac:graphicFrameMkLst>
        </pc:graphicFrameChg>
        <pc:picChg chg="del">
          <ac:chgData name="정우 서" userId="85ff6ff5d4fe7c1e" providerId="LiveId" clId="{369B7CB6-7C89-4092-B546-40200FA3D23F}" dt="2025-12-16T18:15:13.017" v="1189" actId="478"/>
          <ac:picMkLst>
            <pc:docMk/>
            <pc:sldMk cId="2370798618" sldId="317"/>
            <ac:picMk id="3" creationId="{29A2AF5C-8B7A-8E91-8637-6195B941890B}"/>
          </ac:picMkLst>
        </pc:picChg>
        <pc:picChg chg="add mod modCrop">
          <ac:chgData name="정우 서" userId="85ff6ff5d4fe7c1e" providerId="LiveId" clId="{369B7CB6-7C89-4092-B546-40200FA3D23F}" dt="2025-12-16T18:15:32.829" v="1198" actId="1076"/>
          <ac:picMkLst>
            <pc:docMk/>
            <pc:sldMk cId="2370798618" sldId="317"/>
            <ac:picMk id="4" creationId="{D56D4AF0-4430-5085-1B0F-8B8E29D956C6}"/>
          </ac:picMkLst>
        </pc:picChg>
      </pc:sldChg>
      <pc:sldChg chg="addSp delSp modSp add mod">
        <pc:chgData name="정우 서" userId="85ff6ff5d4fe7c1e" providerId="LiveId" clId="{369B7CB6-7C89-4092-B546-40200FA3D23F}" dt="2025-12-16T19:27:18.859" v="8268" actId="20577"/>
        <pc:sldMkLst>
          <pc:docMk/>
          <pc:sldMk cId="629278963" sldId="318"/>
        </pc:sldMkLst>
        <pc:spChg chg="add mod">
          <ac:chgData name="정우 서" userId="85ff6ff5d4fe7c1e" providerId="LiveId" clId="{369B7CB6-7C89-4092-B546-40200FA3D23F}" dt="2025-12-16T19:19:24.319" v="7531" actId="1076"/>
          <ac:spMkLst>
            <pc:docMk/>
            <pc:sldMk cId="629278963" sldId="318"/>
            <ac:spMk id="6" creationId="{E61B0A74-0655-9F0A-A6B0-B6180B36C855}"/>
          </ac:spMkLst>
        </pc:spChg>
        <pc:spChg chg="add mod">
          <ac:chgData name="정우 서" userId="85ff6ff5d4fe7c1e" providerId="LiveId" clId="{369B7CB6-7C89-4092-B546-40200FA3D23F}" dt="2025-12-16T19:19:28.762" v="7533" actId="20577"/>
          <ac:spMkLst>
            <pc:docMk/>
            <pc:sldMk cId="629278963" sldId="318"/>
            <ac:spMk id="7" creationId="{53DE5318-FBA2-AAF6-1C17-93DCDC5404F1}"/>
          </ac:spMkLst>
        </pc:spChg>
        <pc:spChg chg="add mod">
          <ac:chgData name="정우 서" userId="85ff6ff5d4fe7c1e" providerId="LiveId" clId="{369B7CB6-7C89-4092-B546-40200FA3D23F}" dt="2025-12-16T19:19:33.903" v="7535" actId="20577"/>
          <ac:spMkLst>
            <pc:docMk/>
            <pc:sldMk cId="629278963" sldId="318"/>
            <ac:spMk id="8" creationId="{1276FD09-756F-E7FB-6173-77CC92A9DFA1}"/>
          </ac:spMkLst>
        </pc:spChg>
        <pc:graphicFrameChg chg="mod modGraphic">
          <ac:chgData name="정우 서" userId="85ff6ff5d4fe7c1e" providerId="LiveId" clId="{369B7CB6-7C89-4092-B546-40200FA3D23F}" dt="2025-12-16T19:27:18.859" v="8268" actId="20577"/>
          <ac:graphicFrameMkLst>
            <pc:docMk/>
            <pc:sldMk cId="629278963" sldId="318"/>
            <ac:graphicFrameMk id="5" creationId="{B6CD95AE-83AE-A7F8-2169-6A3E6FE5BB67}"/>
          </ac:graphicFrameMkLst>
        </pc:graphicFrameChg>
        <pc:picChg chg="add mod modCrop">
          <ac:chgData name="정우 서" userId="85ff6ff5d4fe7c1e" providerId="LiveId" clId="{369B7CB6-7C89-4092-B546-40200FA3D23F}" dt="2025-12-16T18:16:37.447" v="1247" actId="1076"/>
          <ac:picMkLst>
            <pc:docMk/>
            <pc:sldMk cId="629278963" sldId="318"/>
            <ac:picMk id="3" creationId="{E00D37D9-81AE-602F-7DCD-D4F74F93C550}"/>
          </ac:picMkLst>
        </pc:picChg>
        <pc:picChg chg="del">
          <ac:chgData name="정우 서" userId="85ff6ff5d4fe7c1e" providerId="LiveId" clId="{369B7CB6-7C89-4092-B546-40200FA3D23F}" dt="2025-12-16T18:16:26.369" v="1241" actId="478"/>
          <ac:picMkLst>
            <pc:docMk/>
            <pc:sldMk cId="629278963" sldId="318"/>
            <ac:picMk id="4" creationId="{A117469E-C5FA-E565-9CAE-B4CB0DA96CB2}"/>
          </ac:picMkLst>
        </pc:picChg>
      </pc:sldChg>
      <pc:sldChg chg="addSp delSp modSp add mod">
        <pc:chgData name="정우 서" userId="85ff6ff5d4fe7c1e" providerId="LiveId" clId="{369B7CB6-7C89-4092-B546-40200FA3D23F}" dt="2025-12-16T19:27:23.090" v="8274" actId="20577"/>
        <pc:sldMkLst>
          <pc:docMk/>
          <pc:sldMk cId="546119472" sldId="319"/>
        </pc:sldMkLst>
        <pc:spChg chg="add mod">
          <ac:chgData name="정우 서" userId="85ff6ff5d4fe7c1e" providerId="LiveId" clId="{369B7CB6-7C89-4092-B546-40200FA3D23F}" dt="2025-12-16T19:24:06.487" v="8181" actId="1076"/>
          <ac:spMkLst>
            <pc:docMk/>
            <pc:sldMk cId="546119472" sldId="319"/>
            <ac:spMk id="6" creationId="{C4360F4B-F374-F530-EADF-C369EAC8B0B9}"/>
          </ac:spMkLst>
        </pc:spChg>
        <pc:spChg chg="add mod">
          <ac:chgData name="정우 서" userId="85ff6ff5d4fe7c1e" providerId="LiveId" clId="{369B7CB6-7C89-4092-B546-40200FA3D23F}" dt="2025-12-16T19:24:10.568" v="8183" actId="20577"/>
          <ac:spMkLst>
            <pc:docMk/>
            <pc:sldMk cId="546119472" sldId="319"/>
            <ac:spMk id="7" creationId="{0C67BB8B-7097-60FF-899A-F76ED52FB379}"/>
          </ac:spMkLst>
        </pc:spChg>
        <pc:graphicFrameChg chg="mod modGraphic">
          <ac:chgData name="정우 서" userId="85ff6ff5d4fe7c1e" providerId="LiveId" clId="{369B7CB6-7C89-4092-B546-40200FA3D23F}" dt="2025-12-16T19:27:23.090" v="8274" actId="20577"/>
          <ac:graphicFrameMkLst>
            <pc:docMk/>
            <pc:sldMk cId="546119472" sldId="319"/>
            <ac:graphicFrameMk id="5" creationId="{579FF33C-72BC-FD47-4702-5EED831C3C02}"/>
          </ac:graphicFrameMkLst>
        </pc:graphicFrameChg>
        <pc:picChg chg="del">
          <ac:chgData name="정우 서" userId="85ff6ff5d4fe7c1e" providerId="LiveId" clId="{369B7CB6-7C89-4092-B546-40200FA3D23F}" dt="2025-12-16T18:18:14.062" v="1362" actId="478"/>
          <ac:picMkLst>
            <pc:docMk/>
            <pc:sldMk cId="546119472" sldId="319"/>
            <ac:picMk id="3" creationId="{4A4AE039-D34E-B384-7255-243D7138646C}"/>
          </ac:picMkLst>
        </pc:picChg>
        <pc:picChg chg="add del mod modCrop">
          <ac:chgData name="정우 서" userId="85ff6ff5d4fe7c1e" providerId="LiveId" clId="{369B7CB6-7C89-4092-B546-40200FA3D23F}" dt="2025-12-16T19:23:55.899" v="8178" actId="478"/>
          <ac:picMkLst>
            <pc:docMk/>
            <pc:sldMk cId="546119472" sldId="319"/>
            <ac:picMk id="4" creationId="{52301EA9-067C-8F0C-64B7-80B02CF49112}"/>
          </ac:picMkLst>
        </pc:picChg>
        <pc:picChg chg="add mod ord">
          <ac:chgData name="정우 서" userId="85ff6ff5d4fe7c1e" providerId="LiveId" clId="{369B7CB6-7C89-4092-B546-40200FA3D23F}" dt="2025-12-16T19:24:03.896" v="8180" actId="1076"/>
          <ac:picMkLst>
            <pc:docMk/>
            <pc:sldMk cId="546119472" sldId="319"/>
            <ac:picMk id="9" creationId="{75442828-348C-83F3-007D-3467FDC37AD1}"/>
          </ac:picMkLst>
        </pc:picChg>
      </pc:sldChg>
      <pc:sldChg chg="addSp delSp modSp add mod">
        <pc:chgData name="정우 서" userId="85ff6ff5d4fe7c1e" providerId="LiveId" clId="{369B7CB6-7C89-4092-B546-40200FA3D23F}" dt="2025-12-16T19:24:41.321" v="8204"/>
        <pc:sldMkLst>
          <pc:docMk/>
          <pc:sldMk cId="1485818866" sldId="320"/>
        </pc:sldMkLst>
        <pc:spChg chg="add mod">
          <ac:chgData name="정우 서" userId="85ff6ff5d4fe7c1e" providerId="LiveId" clId="{369B7CB6-7C89-4092-B546-40200FA3D23F}" dt="2025-12-16T19:16:02.719" v="7104" actId="1076"/>
          <ac:spMkLst>
            <pc:docMk/>
            <pc:sldMk cId="1485818866" sldId="320"/>
            <ac:spMk id="6" creationId="{E829F99D-9B92-060C-7438-CA2E626734D0}"/>
          </ac:spMkLst>
        </pc:spChg>
        <pc:graphicFrameChg chg="mod modGraphic">
          <ac:chgData name="정우 서" userId="85ff6ff5d4fe7c1e" providerId="LiveId" clId="{369B7CB6-7C89-4092-B546-40200FA3D23F}" dt="2025-12-16T19:24:41.321" v="8204"/>
          <ac:graphicFrameMkLst>
            <pc:docMk/>
            <pc:sldMk cId="1485818866" sldId="320"/>
            <ac:graphicFrameMk id="5" creationId="{B26DB713-C425-352B-E694-0289EF0B9AF8}"/>
          </ac:graphicFrameMkLst>
        </pc:graphicFrameChg>
        <pc:picChg chg="del">
          <ac:chgData name="정우 서" userId="85ff6ff5d4fe7c1e" providerId="LiveId" clId="{369B7CB6-7C89-4092-B546-40200FA3D23F}" dt="2025-12-16T18:17:41.771" v="1309" actId="478"/>
          <ac:picMkLst>
            <pc:docMk/>
            <pc:sldMk cId="1485818866" sldId="320"/>
            <ac:picMk id="3" creationId="{EFE7FD3D-5749-49F1-DE71-86D7B77DE77D}"/>
          </ac:picMkLst>
        </pc:picChg>
        <pc:picChg chg="add mod modCrop">
          <ac:chgData name="정우 서" userId="85ff6ff5d4fe7c1e" providerId="LiveId" clId="{369B7CB6-7C89-4092-B546-40200FA3D23F}" dt="2025-12-16T18:17:42.729" v="1310" actId="1076"/>
          <ac:picMkLst>
            <pc:docMk/>
            <pc:sldMk cId="1485818866" sldId="320"/>
            <ac:picMk id="4" creationId="{5BEBEEF2-6D38-C1DB-77A6-71839E8B1844}"/>
          </ac:picMkLst>
        </pc:picChg>
      </pc:sldChg>
      <pc:sldMasterChg chg="delSldLayout">
        <pc:chgData name="정우 서" userId="85ff6ff5d4fe7c1e" providerId="LiveId" clId="{369B7CB6-7C89-4092-B546-40200FA3D23F}" dt="2025-12-16T17:47:52.339" v="463" actId="47"/>
        <pc:sldMasterMkLst>
          <pc:docMk/>
          <pc:sldMasterMk cId="1332234780" sldId="2147483648"/>
        </pc:sldMasterMkLst>
        <pc:sldLayoutChg chg="del">
          <pc:chgData name="정우 서" userId="85ff6ff5d4fe7c1e" providerId="LiveId" clId="{369B7CB6-7C89-4092-B546-40200FA3D23F}" dt="2025-12-16T17:47:52.339" v="463" actId="47"/>
          <pc:sldLayoutMkLst>
            <pc:docMk/>
            <pc:sldMasterMk cId="1332234780" sldId="2147483648"/>
            <pc:sldLayoutMk cId="1327201541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6669B-97A9-4B46-89EC-CD5A079D3158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CD136-C996-ED4B-5943-214F2D62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2F9B75-7B05-0923-8373-612EF7402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69B949-41DA-8E27-4CAA-6FCB6E03F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458677-8373-685A-1048-74FC7A463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327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8F1CA-E582-041A-88DF-D431AB951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88E241-B981-5490-E4E5-8153F0A71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D71758-FAC1-4E98-42CD-CEC77CC46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08C94A-17E4-7E91-76BC-FAC0872A8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2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372FB-127B-4F27-4502-983C432F7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734224-1EF1-9410-9D6E-F7D95D8DA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021637-7786-34E9-A336-06A6E7580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947AA3-E1E2-059E-2F9C-10428B7E1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413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8C10A-57D4-018E-EF53-765460562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D41BD9-DC4A-4E75-A9A3-8C99A42D9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F78D7D-45BC-0607-F680-17E49E84C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93434-AE0B-A5B9-B28A-D36919FA6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418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774E7-377B-4684-ABD2-FF18547CF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505C45-075B-4ABD-8830-4A2C410D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6CF88-FBD6-40BA-AA65-3BF14479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07BE1-053A-493A-A82F-FA13A9D5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D918B-FE23-4C25-8BB4-885E772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4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B4188-9255-43BE-80C1-2C75ED1C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B1FCB-9342-4DCD-AD29-6882C2A4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6A791-C59E-4277-9779-9F355985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26ED2-44AB-4D45-AB73-99E4EB6E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88C3FF-A82F-4889-A5B9-8B1EBCD6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56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3657A-9E46-4765-9F36-AB7883842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35B003-1D2E-431B-BB3B-277AD7D4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9098D2-3E3C-4DFD-8BED-98D0808A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5E8ACE-09CE-405C-8B4B-596459B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FB5A6-11B7-405E-962B-0DA23DB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8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31C60-C722-4798-AAC4-3D419F18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77236-5BB9-43F8-B65F-5BFDF7CA8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52598-AEFB-4C75-A66C-6EB670A1F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EBF6B-D5A9-4A5E-BA30-B7967245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9EA337-F895-4649-A2EF-3B345F5A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A978C-BAEC-46F8-B84B-111024E1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4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4B0A4-DC72-4C20-AFC2-CD47E575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ADDFA8-2759-4A24-A56B-B55811FE5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112F2-46E1-4B88-95A0-A1E90678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09226B-D1D7-4FD8-83AA-866E152D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A9F56B-BB65-4A98-834B-8F296E869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743901-114C-4572-BA12-2FD114B1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9CEC6F-5DC3-4851-9647-1D17372D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EEE2F8-963D-4772-9FC5-6CE38CF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7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9FC1F-DE60-462F-9CBF-A1638E31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1C87B3-9F7C-434A-8675-FA46A4BF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662E5C-D237-4D42-9E62-1D52B75F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878B8-EE02-409E-B746-824FC74F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7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CF4172-419C-4EDB-A00B-D3E4A6ED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DEC190-7DFF-423A-99D5-89534BCB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9826C-4835-4824-8FC5-A3D89455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21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B5F8-BD7C-4042-B192-FC8AD4BB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E39B6-D53A-4CC1-86BD-DD6A7DB9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289D8-1CC5-450E-B91C-571EB092C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73C92C-E1B1-4D3B-8435-B92CE963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18964-36DA-4808-ABBF-A19409BE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657FA3-B017-436A-9276-A76E182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7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35213-D618-44E9-972F-69CDFE30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D1BDF3-EDC0-472D-82E3-24DB62B3F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66D22-3421-4315-B627-D231DE4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9A537-559A-42C9-BE00-57952C7F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10122-1C3E-4AE6-A9A2-800805EE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D91D8-D632-4479-A24A-EA7C8C31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4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911B4-50AC-4A4E-842F-4326FA2B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136CE-76CD-456C-9AE2-91FFA24C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E0C09D-9A22-4D88-9AC8-1DAA0FFF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C71110-0023-4745-AA93-EE045342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DFBC9-99B9-4516-9269-0674F20F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3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6B95C6-23CB-4E21-906E-46CFC8957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D7E8F4-AB06-4F3E-854F-570A16820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19F86-F45B-4696-8E80-92F828A9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80D07-87CB-4CE3-BFDD-F4585515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2DAF6-FE90-4406-8FC1-56E1B7D2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3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F77704-4182-4A60-91B5-164971ED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365546-44DB-41D9-907B-40B7F14E8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77A9B2-0845-4823-8DB4-55F8D956F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555E0-A0E1-4F94-8065-7AFD9E4ED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A7E02-EB6C-4E29-AEEF-7CB63DD8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DA716-00C8-945F-DEAD-39E7C608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7209052-9A05-992E-1F5E-80DF357AA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179487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메인페이지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로그인 후 처음 이동하는 페이지이자 </a:t>
                      </a:r>
                      <a:r>
                        <a:rPr lang="ko-KR" altLang="en-US" sz="1000" dirty="0" err="1"/>
                        <a:t>메인페이지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작성된 지원신청서 중 관리자의 계획승인 이전 단계인 신청서의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갯수를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출력하며 누르면 </a:t>
                      </a:r>
                      <a:r>
                        <a:rPr lang="en-US" altLang="ko-KR" sz="1000" dirty="0"/>
                        <a:t>URQ-0100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작성된 지원신청서 중 관리자의 승인을 받은 이후 단계인 신청서의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갯수를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출력하며 누르면 </a:t>
                      </a:r>
                      <a:r>
                        <a:rPr lang="en-US" altLang="ko-KR" sz="1000" dirty="0"/>
                        <a:t>URQ-0100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누르면 </a:t>
                      </a:r>
                      <a:r>
                        <a:rPr lang="en-US" altLang="ko-KR" sz="1000" dirty="0"/>
                        <a:t>URQ-0101-1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누르면 </a:t>
                      </a:r>
                      <a:r>
                        <a:rPr lang="en-US" altLang="ko-KR" sz="1000" dirty="0"/>
                        <a:t>URQ-0100-2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문의페이지로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82517708-736B-F31F-8632-328890DD8041}"/>
              </a:ext>
            </a:extLst>
          </p:cNvPr>
          <p:cNvGrpSpPr/>
          <p:nvPr/>
        </p:nvGrpSpPr>
        <p:grpSpPr>
          <a:xfrm>
            <a:off x="432315" y="1236278"/>
            <a:ext cx="7864764" cy="4934495"/>
            <a:chOff x="432315" y="1236278"/>
            <a:chExt cx="7864764" cy="4934495"/>
          </a:xfrm>
        </p:grpSpPr>
        <p:pic>
          <p:nvPicPr>
            <p:cNvPr id="17" name="그림 16" descr="텍스트, 스크린샷, 디스플레이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4F6D09B-4079-7058-55A4-A14AB0F1B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315" y="1236278"/>
              <a:ext cx="7864764" cy="4934495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AA405C4-B750-33F8-7626-F141F928C151}"/>
                </a:ext>
              </a:extLst>
            </p:cNvPr>
            <p:cNvSpPr/>
            <p:nvPr/>
          </p:nvSpPr>
          <p:spPr>
            <a:xfrm>
              <a:off x="818292" y="2629651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/>
                <a:t>1</a:t>
              </a:r>
              <a:endParaRPr lang="ko-KR" altLang="en-US" sz="1000" b="1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F7F5C5D-931B-4192-435C-7CD8AC18F731}"/>
                </a:ext>
              </a:extLst>
            </p:cNvPr>
            <p:cNvSpPr/>
            <p:nvPr/>
          </p:nvSpPr>
          <p:spPr>
            <a:xfrm>
              <a:off x="3053492" y="2630746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/>
                <a:t>2</a:t>
              </a:r>
              <a:endParaRPr lang="ko-KR" altLang="en-US" sz="1000" b="1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044B315-1C62-1D9B-12BC-9785314E9605}"/>
                </a:ext>
              </a:extLst>
            </p:cNvPr>
            <p:cNvSpPr/>
            <p:nvPr/>
          </p:nvSpPr>
          <p:spPr>
            <a:xfrm>
              <a:off x="5504508" y="2629651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/>
                <a:t>3</a:t>
              </a:r>
              <a:endParaRPr lang="ko-KR" altLang="en-US" sz="1000" b="1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9C5031D-CB52-04A0-484C-360D3E79E37E}"/>
                </a:ext>
              </a:extLst>
            </p:cNvPr>
            <p:cNvSpPr/>
            <p:nvPr/>
          </p:nvSpPr>
          <p:spPr>
            <a:xfrm>
              <a:off x="5497902" y="3505819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/>
                <a:t>4</a:t>
              </a:r>
              <a:endParaRPr lang="ko-KR" altLang="en-US" sz="1000" b="1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310857F-9502-014B-5313-3775D60607C4}"/>
                </a:ext>
              </a:extLst>
            </p:cNvPr>
            <p:cNvSpPr/>
            <p:nvPr/>
          </p:nvSpPr>
          <p:spPr>
            <a:xfrm>
              <a:off x="818292" y="4620244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/>
                <a:t>5</a:t>
              </a:r>
              <a:endParaRPr lang="ko-KR" altLang="en-US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7978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90365-C933-F367-6137-62862588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B316653-C503-937E-774E-1E9214830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673179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URQ-0100-1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지원신청현황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URQ-0100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지원신청을 누르면 나오는 지원신청 현황페이지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 현황에 대한 정보를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검색에 원하는 값을 입력하고 원하는 버튼을 누르면 해당하는 현황만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번에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마이페이지를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URQ-0100-2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이동하며 로그아웃을 누르면 로그아웃이 되며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URQ-0003-1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지원신청을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URQ-0101-1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239518-7FD8-7FF7-C7D7-CF32E3CEB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4" r="10250"/>
          <a:stretch>
            <a:fillRect/>
          </a:stretch>
        </p:blipFill>
        <p:spPr>
          <a:xfrm>
            <a:off x="188372" y="1036320"/>
            <a:ext cx="8376504" cy="524861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EC56B4D-550D-5194-DA2F-654ED6A915B7}"/>
              </a:ext>
            </a:extLst>
          </p:cNvPr>
          <p:cNvSpPr/>
          <p:nvPr/>
        </p:nvSpPr>
        <p:spPr>
          <a:xfrm>
            <a:off x="1885374" y="182465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6FB3C26-47BB-B085-66EC-E3C729855463}"/>
              </a:ext>
            </a:extLst>
          </p:cNvPr>
          <p:cNvSpPr/>
          <p:nvPr/>
        </p:nvSpPr>
        <p:spPr>
          <a:xfrm>
            <a:off x="269934" y="172579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93418C-983F-B250-71AD-143667E30541}"/>
              </a:ext>
            </a:extLst>
          </p:cNvPr>
          <p:cNvSpPr/>
          <p:nvPr/>
        </p:nvSpPr>
        <p:spPr>
          <a:xfrm>
            <a:off x="6955214" y="13877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47A9CF-5B49-E16C-F9F0-D1B1BADB3700}"/>
              </a:ext>
            </a:extLst>
          </p:cNvPr>
          <p:cNvSpPr/>
          <p:nvPr/>
        </p:nvSpPr>
        <p:spPr>
          <a:xfrm>
            <a:off x="2322254" y="13476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155126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C0742-B10B-7FF7-8F83-39C45D3A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CA8E100-3592-5489-57D7-1A88A39B6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068477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QNA-0001-1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문의하기 목록페이지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문의하기를 누르면 나오는 첫 화면이자 문의 목록을 출력하는 페이지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문의 내역을 각 항목별로 목록으로 출력한다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검색에 원하는 값을 입력하고 원하는 버튼을 누르면 해당하는 문의만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번에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목록을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drop-down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처럼 아래 질문내용과 답변이 존재하는 경우에는 답변이 출력된다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질문에 대한 답변이 존재하지 않는 경우 수정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삭제가 가능하며 답변이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존재하는경우에는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불가하며 수정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삭제 버튼도 보이지 않는다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글쓰기를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QNA-0001-2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D0CEBA-106F-2A69-4715-E29697275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9349"/>
            <a:ext cx="8554116" cy="527252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C8B36F9-6CE7-CA3B-31A3-F6C58A180E6E}"/>
              </a:ext>
            </a:extLst>
          </p:cNvPr>
          <p:cNvSpPr/>
          <p:nvPr/>
        </p:nvSpPr>
        <p:spPr>
          <a:xfrm>
            <a:off x="1885374" y="182465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BF8FFB-FB2A-CE50-8D46-E63AEE105CE3}"/>
              </a:ext>
            </a:extLst>
          </p:cNvPr>
          <p:cNvSpPr/>
          <p:nvPr/>
        </p:nvSpPr>
        <p:spPr>
          <a:xfrm>
            <a:off x="259659" y="195906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3C89E5A-41FE-C2F8-98D4-67E1E1594043}"/>
              </a:ext>
            </a:extLst>
          </p:cNvPr>
          <p:cNvSpPr/>
          <p:nvPr/>
        </p:nvSpPr>
        <p:spPr>
          <a:xfrm>
            <a:off x="7756598" y="5550944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362E8A-01F5-F4E1-8965-9E145EA06A99}"/>
              </a:ext>
            </a:extLst>
          </p:cNvPr>
          <p:cNvSpPr/>
          <p:nvPr/>
        </p:nvSpPr>
        <p:spPr>
          <a:xfrm>
            <a:off x="2588698" y="263242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082967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131E1-A353-3AA2-2F0B-C2D010531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4066E6D3-43DA-167F-6A9D-E5CFC28E5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676586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1705012885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3235032458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318511497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18061322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397391491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546389036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4190907754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760399400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화면 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QNA-0001-2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화</a:t>
                      </a:r>
                      <a:r>
                        <a:rPr lang="ko-KR" altLang="en-US" sz="1000" i="0" dirty="0"/>
                        <a:t>면</a:t>
                      </a:r>
                      <a:r>
                        <a:rPr lang="ko-KR" altLang="en-US" sz="1000" dirty="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지원신청현황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요구사항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3495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지원신청을 누르면 나오는 지원신청 현황페이지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사이트 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서정우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6549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문의작성을 위한 항목들을 입력할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등록일자는 작성하는 당일로 고정된다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등록을 누르면 질문이 등록되며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QNA-0001-1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이동하며 취소를 누르면 질문등록이 되지 않으며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QNA-0001-1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atinLnBrk="1"/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86085"/>
                  </a:ext>
                </a:extLst>
              </a:tr>
            </a:tbl>
          </a:graphicData>
        </a:graphic>
      </p:graphicFrame>
      <p:pic>
        <p:nvPicPr>
          <p:cNvPr id="11" name="그림 10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A8AEFD-9641-3B0B-D5C9-9F28FFB6E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01" y="1082675"/>
            <a:ext cx="8343393" cy="523079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66DD44D-E61F-CCFB-A174-37DE8910A7F1}"/>
              </a:ext>
            </a:extLst>
          </p:cNvPr>
          <p:cNvSpPr/>
          <p:nvPr/>
        </p:nvSpPr>
        <p:spPr>
          <a:xfrm>
            <a:off x="1022344" y="19993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C4DBFD-121E-5083-4770-1C0C3874D252}"/>
              </a:ext>
            </a:extLst>
          </p:cNvPr>
          <p:cNvSpPr/>
          <p:nvPr/>
        </p:nvSpPr>
        <p:spPr>
          <a:xfrm>
            <a:off x="7232541" y="567647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76943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1213</TotalTime>
  <Words>319</Words>
  <Application>Microsoft Office PowerPoint</Application>
  <PresentationFormat>와이드스크린</PresentationFormat>
  <Paragraphs>135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ㅇㄹㄴㅇㄹ</dc:title>
  <dc:creator>ByungHo</dc:creator>
  <cp:lastModifiedBy>정우 서</cp:lastModifiedBy>
  <cp:revision>8</cp:revision>
  <dcterms:created xsi:type="dcterms:W3CDTF">2022-03-17T06:40:34Z</dcterms:created>
  <dcterms:modified xsi:type="dcterms:W3CDTF">2025-12-17T03:34:19Z</dcterms:modified>
</cp:coreProperties>
</file>