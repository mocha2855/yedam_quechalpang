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305" r:id="rId3"/>
    <p:sldId id="259" r:id="rId4"/>
    <p:sldId id="306" r:id="rId5"/>
    <p:sldId id="307" r:id="rId6"/>
    <p:sldId id="308" r:id="rId7"/>
    <p:sldId id="30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895" autoAdjust="0"/>
    <p:restoredTop sz="94690" autoAdjust="0"/>
  </p:normalViewPr>
  <p:slideViewPr>
    <p:cSldViewPr snapToGrid="0">
      <p:cViewPr>
        <p:scale>
          <a:sx n="100" d="100"/>
          <a:sy n="100" d="100"/>
        </p:scale>
        <p:origin x="144" y="210"/>
      </p:cViewPr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972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956734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92139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239120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262183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44828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텍스트 스타일을 편집하려면 클릭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두 번째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세 번째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네 번째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2022-03-18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0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첫화면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담당자가 처음 로그인 한 메인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 지원자의 지원신청 내역을 한눈에 볼 수 있음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미배정 회원의 경우 주황색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담당자배정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버튼을 통해 담당자 배정 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배정회원의 담당자 수정의 경우 해당 담당자의 이름 버튼을 누르면 수정 모달창이 뜸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 승인이 필요한 회원의 경우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대기단계 승인 버튼이 뜨고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버튼을 누르면 대기단계 승인 모달창이 뜸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상담내역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지원결과 버튼을 누르면 해당 회원의 디테일 페이지로 이동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왼쪽에서 상세 검색 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진행상황을 카테고리별로 선택해 검색 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 상황에서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카테고리로 검색하면 테이블에 검토 만 나타남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나머지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줄 지워지고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8744" y="964871"/>
            <a:ext cx="8036498" cy="505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7817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첫화면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담당자 배정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승인모달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테이블에서 담당자 미지정 회원의 경우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담당자배정 버튼을 클릭 시 모달창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담당자 수정이 필요한 경우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담당자 이름을 클릭시 담당자 수정 모달창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대기단계 승인 버튼 클릭 시 모달창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1456" y="1117025"/>
            <a:ext cx="7933703" cy="4992226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23996" y="924123"/>
            <a:ext cx="3625238" cy="2689116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322964" y="3755609"/>
            <a:ext cx="2954010" cy="272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4109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지원신청서 확인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확인하고 수정이력을 볼 수 있음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대기중인 지원계획서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지원결과서가 없다면 화면과 같은 문구가 출력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어느 탭을 선택하든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2432" y="1078074"/>
            <a:ext cx="8014506" cy="505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09796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승인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반려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완료된 지원계획서는 왼쪽에 리스트업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반려 대기중인 계획은 오른쪽에 리스트업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반려되면 왼쪽에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상태로 들어가게 되고 오른쪽 화면은 앞 슬라이드의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지원계획서가 존재하지 않습니다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출력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반려시 모달창에 반려사유 필요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0729" y="1109202"/>
            <a:ext cx="8281035" cy="518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4161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지원결과서 승인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반려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 내의 항목들을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유저의 정보를 전부 보여주는 화면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회색 창은 수정 불가능한 창을 의미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9793" y="985376"/>
            <a:ext cx="8099225" cy="510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70983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 내의 항목들을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유저의 정보를 전부 보여주는 화면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회색 창은 수정 불가능한 창을 의미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63164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와이드스크린</ep:PresentationFormat>
  <ep:Paragraphs>0</ep:Paragraphs>
  <ep:Slides>6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2025-12-15T08:42:16.455</dcterms:modified>
  <cp:revision>33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