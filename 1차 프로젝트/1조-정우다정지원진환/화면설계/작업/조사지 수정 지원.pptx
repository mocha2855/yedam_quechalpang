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30" r:id="rId3"/>
    <p:sldId id="32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725" y="72"/>
      </p:cViewPr>
      <p:guideLst>
        <p:guide orient="horz" pos="2157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1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85430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2025-12-16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166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Sdb-409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 추가를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창이 뜨면서 항목 추가중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이라는 글과 함께 새로운 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세부항목추가 버튼을 눌러 세부항목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부제목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세부항목추가를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창이 뜨면서 항목추가 중이라는 글과 함께 새로운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4076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Sdb-409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5378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테마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2025-12-17T03:46:28.759</dcterms:modified>
  <cp:revision>79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