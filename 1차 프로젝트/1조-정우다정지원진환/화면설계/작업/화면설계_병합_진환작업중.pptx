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73" r:id="rId1"/>
  </p:sldMasterIdLst>
  <p:notesMasterIdLst>
    <p:notesMasterId r:id="rId2"/>
  </p:notesMasterIdLst>
  <p:sldIdLst>
    <p:sldId id="322" r:id="rId3"/>
    <p:sldId id="324" r:id="rId4"/>
    <p:sldId id="326" r:id="rId5"/>
    <p:sldId id="325" r:id="rId6"/>
    <p:sldId id="380" r:id="rId7"/>
    <p:sldId id="383" r:id="rId8"/>
    <p:sldId id="381" r:id="rId9"/>
    <p:sldId id="382" r:id="rId10"/>
    <p:sldId id="327" r:id="rId11"/>
    <p:sldId id="368" r:id="rId12"/>
    <p:sldId id="331" r:id="rId13"/>
    <p:sldId id="333" r:id="rId14"/>
    <p:sldId id="384" r:id="rId15"/>
    <p:sldId id="334" r:id="rId16"/>
    <p:sldId id="335" r:id="rId17"/>
    <p:sldId id="336" r:id="rId18"/>
    <p:sldId id="390" r:id="rId19"/>
    <p:sldId id="339" r:id="rId20"/>
    <p:sldId id="340" r:id="rId21"/>
    <p:sldId id="386" r:id="rId22"/>
    <p:sldId id="387" r:id="rId23"/>
    <p:sldId id="388" r:id="rId24"/>
    <p:sldId id="341" r:id="rId25"/>
    <p:sldId id="378" r:id="rId26"/>
    <p:sldId id="389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3" autoAdjust="0"/>
    <p:restoredTop sz="89768" autoAdjust="0"/>
  </p:normalViewPr>
  <p:slideViewPr>
    <p:cSldViewPr snapToGrid="0">
      <p:cViewPr varScale="1">
        <p:scale>
          <a:sx n="100" d="100"/>
          <a:sy n="100" d="100"/>
        </p:scale>
        <p:origin x="1458" y="282"/>
      </p:cViewPr>
      <p:guideLst>
        <p:guide orient="horz" pos="2156"/>
        <p:guide pos="38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presProps" Target="presProps.xml"  /><Relationship Id="rId29" Type="http://schemas.openxmlformats.org/officeDocument/2006/relationships/viewProps" Target="viewProps.xml"  /><Relationship Id="rId3" Type="http://schemas.openxmlformats.org/officeDocument/2006/relationships/slide" Target="slides/slide1.xml"  /><Relationship Id="rId30" Type="http://schemas.openxmlformats.org/officeDocument/2006/relationships/theme" Target="theme/theme1.xml"  /><Relationship Id="rId31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2176669B-97A9-4B46-89EC-CD5A079D3158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FF523B0-649E-4BCC-BAB9-C797E5D00F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319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9.xml"  /><Relationship Id="rId2" Type="http://schemas.openxmlformats.org/officeDocument/2006/relationships/notesMaster" Target="../notesMasters/notesMaster1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slide" Target="../slides/slide20.xml"  /><Relationship Id="rId2" Type="http://schemas.openxmlformats.org/officeDocument/2006/relationships/notesMaster" Target="../notesMasters/notesMaster1.xml"  /></Relationships>
</file>

<file path=ppt/notesSlides/_rels/notesSlide2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1.xml"  /><Relationship Id="rId2" Type="http://schemas.openxmlformats.org/officeDocument/2006/relationships/notesMaster" Target="../notesMasters/notesMaster1.xml"  /></Relationships>
</file>

<file path=ppt/notesSlides/_rels/notesSlide2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2.xml"  /><Relationship Id="rId2" Type="http://schemas.openxmlformats.org/officeDocument/2006/relationships/notesMaster" Target="../notesMasters/notesMaster1.xml"  /></Relationships>
</file>

<file path=ppt/notesSlides/_rels/notesSlide23.xml.rels><?xml version="1.0" encoding="UTF-8" standalone="yes" ?><Relationships xmlns="http://schemas.openxmlformats.org/package/2006/relationships"><Relationship Id="rId1" Type="http://schemas.openxmlformats.org/officeDocument/2006/relationships/slide" Target="../slides/slide23.xml"  /><Relationship Id="rId2" Type="http://schemas.openxmlformats.org/officeDocument/2006/relationships/notesMaster" Target="../notesMasters/notesMaster1.xml"  /></Relationships>
</file>

<file path=ppt/notesSlides/_rels/notesSlide24.xml.rels><?xml version="1.0" encoding="UTF-8" standalone="yes" ?><Relationships xmlns="http://schemas.openxmlformats.org/package/2006/relationships"><Relationship Id="rId1" Type="http://schemas.openxmlformats.org/officeDocument/2006/relationships/slide" Target="../slides/slide24.xml"  /><Relationship Id="rId2" Type="http://schemas.openxmlformats.org/officeDocument/2006/relationships/notesMaster" Target="../notesMasters/notesMaster1.xml"  /></Relationships>
</file>

<file path=ppt/notesSlides/_rels/notesSlide25.xml.rels><?xml version="1.0" encoding="UTF-8" standalone="yes" ?><Relationships xmlns="http://schemas.openxmlformats.org/package/2006/relationships"><Relationship Id="rId1" Type="http://schemas.openxmlformats.org/officeDocument/2006/relationships/slide" Target="../slides/slide25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552830"/>
      </p:ext>
    </p:extLst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화면에 알림 날짜 표시되도록 추가하기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2736572"/>
      </p:ext>
    </p:extLst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493714"/>
      </p:ext>
    </p:extLst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</a:t>
            </a:r>
            <a:r>
              <a:rPr lang="en-US" altLang="ko-KR"/>
              <a:t>10</a:t>
            </a:r>
            <a:r>
              <a:rPr lang="ko-KR" altLang="en-US"/>
              <a:t>번에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input</a:t>
            </a:r>
            <a:r>
              <a:rPr lang="ko-KR" altLang="en-US"/>
              <a:t>박스인거 표시하게 색깔 흰색으로 바꾸기 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상담내용 테이블</a:t>
            </a:r>
            <a:r>
              <a:rPr lang="en-US" altLang="ko-KR"/>
              <a:t>(</a:t>
            </a:r>
            <a:r>
              <a:rPr lang="ko-KR" altLang="en-US"/>
              <a:t>오른쪽</a:t>
            </a:r>
            <a:r>
              <a:rPr lang="en-US" altLang="ko-KR"/>
              <a:t>)</a:t>
            </a:r>
            <a:r>
              <a:rPr lang="ko-KR" altLang="en-US"/>
              <a:t> 에 특이사항 표시칸 추가</a:t>
            </a:r>
            <a:r>
              <a:rPr lang="en-US" altLang="ko-KR"/>
              <a:t>,</a:t>
            </a:r>
            <a:r>
              <a:rPr lang="ko-KR" altLang="en-US"/>
              <a:t> 상담진행한 담당자 이름 추가</a:t>
            </a:r>
            <a:r>
              <a:rPr lang="en-US" altLang="ko-KR"/>
              <a:t>(</a:t>
            </a:r>
            <a:r>
              <a:rPr lang="ko-KR" altLang="en-US"/>
              <a:t>담당자 다중존재가능성때문</a:t>
            </a:r>
            <a:r>
              <a:rPr lang="en-US" altLang="ko-KR"/>
              <a:t>)</a:t>
            </a: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8550773"/>
      </p:ext>
    </p:extLst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</a:t>
            </a:r>
            <a:r>
              <a:rPr lang="en-US" altLang="ko-KR"/>
              <a:t>10</a:t>
            </a:r>
            <a:r>
              <a:rPr lang="ko-KR" altLang="en-US"/>
              <a:t>번에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input</a:t>
            </a:r>
            <a:r>
              <a:rPr lang="ko-KR" altLang="en-US"/>
              <a:t>박스인거 표시하게 색깔 흰색으로 바꾸기 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상담내용 테이블</a:t>
            </a:r>
            <a:r>
              <a:rPr lang="en-US" altLang="ko-KR"/>
              <a:t>(</a:t>
            </a:r>
            <a:r>
              <a:rPr lang="ko-KR" altLang="en-US"/>
              <a:t>오른쪽</a:t>
            </a:r>
            <a:r>
              <a:rPr lang="en-US" altLang="ko-KR"/>
              <a:t>)</a:t>
            </a:r>
            <a:r>
              <a:rPr lang="ko-KR" altLang="en-US"/>
              <a:t> 에 특이사항 표시칸 추가</a:t>
            </a:r>
            <a:r>
              <a:rPr lang="en-US" altLang="ko-KR"/>
              <a:t>,</a:t>
            </a:r>
            <a:r>
              <a:rPr lang="ko-KR" altLang="en-US"/>
              <a:t> 상담진행한 담당자 이름 추가</a:t>
            </a:r>
            <a:r>
              <a:rPr lang="en-US" altLang="ko-KR"/>
              <a:t>(</a:t>
            </a:r>
            <a:r>
              <a:rPr lang="ko-KR" altLang="en-US"/>
              <a:t>담당자 다중존재가능성때문</a:t>
            </a:r>
            <a:r>
              <a:rPr lang="en-US" altLang="ko-KR"/>
              <a:t>)</a:t>
            </a: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6503567"/>
      </p:ext>
    </p:extLst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</a:t>
            </a:r>
            <a:r>
              <a:rPr lang="en-US" altLang="ko-KR"/>
              <a:t>10</a:t>
            </a:r>
            <a:r>
              <a:rPr lang="ko-KR" altLang="en-US"/>
              <a:t>번에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input</a:t>
            </a:r>
            <a:r>
              <a:rPr lang="ko-KR" altLang="en-US"/>
              <a:t>박스인거 표시하게 색깔 흰색으로 바꾸기 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상담내용 테이블</a:t>
            </a:r>
            <a:r>
              <a:rPr lang="en-US" altLang="ko-KR"/>
              <a:t>(</a:t>
            </a:r>
            <a:r>
              <a:rPr lang="ko-KR" altLang="en-US"/>
              <a:t>오른쪽</a:t>
            </a:r>
            <a:r>
              <a:rPr lang="en-US" altLang="ko-KR"/>
              <a:t>)</a:t>
            </a:r>
            <a:r>
              <a:rPr lang="ko-KR" altLang="en-US"/>
              <a:t> 에 특이사항 표시칸 추가</a:t>
            </a:r>
            <a:r>
              <a:rPr lang="en-US" altLang="ko-KR"/>
              <a:t>,</a:t>
            </a:r>
            <a:r>
              <a:rPr lang="ko-KR" altLang="en-US"/>
              <a:t> 상담진행한 담당자 이름 추가</a:t>
            </a:r>
            <a:r>
              <a:rPr lang="en-US" altLang="ko-KR"/>
              <a:t>(</a:t>
            </a:r>
            <a:r>
              <a:rPr lang="ko-KR" altLang="en-US"/>
              <a:t>담당자 다중존재가능성때문</a:t>
            </a:r>
            <a:r>
              <a:rPr lang="en-US" altLang="ko-KR"/>
              <a:t>)</a:t>
            </a: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5923"/>
      </p:ext>
    </p:extLst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</a:t>
            </a:r>
            <a:r>
              <a:rPr lang="en-US" altLang="ko-KR"/>
              <a:t>10</a:t>
            </a:r>
            <a:r>
              <a:rPr lang="ko-KR" altLang="en-US"/>
              <a:t>번에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input</a:t>
            </a:r>
            <a:r>
              <a:rPr lang="ko-KR" altLang="en-US"/>
              <a:t>박스인거 표시하게 색깔 흰색으로 바꾸기 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상담내용 테이블</a:t>
            </a:r>
            <a:r>
              <a:rPr lang="en-US" altLang="ko-KR"/>
              <a:t>(</a:t>
            </a:r>
            <a:r>
              <a:rPr lang="ko-KR" altLang="en-US"/>
              <a:t>오른쪽</a:t>
            </a:r>
            <a:r>
              <a:rPr lang="en-US" altLang="ko-KR"/>
              <a:t>)</a:t>
            </a:r>
            <a:r>
              <a:rPr lang="ko-KR" altLang="en-US"/>
              <a:t> 에 특이사항 표시칸 추가</a:t>
            </a:r>
            <a:r>
              <a:rPr lang="en-US" altLang="ko-KR"/>
              <a:t>,</a:t>
            </a:r>
            <a:r>
              <a:rPr lang="ko-KR" altLang="en-US"/>
              <a:t> 상담진행한 담당자 이름 추가</a:t>
            </a:r>
            <a:r>
              <a:rPr lang="en-US" altLang="ko-KR"/>
              <a:t>(</a:t>
            </a:r>
            <a:r>
              <a:rPr lang="ko-KR" altLang="en-US"/>
              <a:t>담당자 다중존재가능성때문</a:t>
            </a:r>
            <a:r>
              <a:rPr lang="en-US" altLang="ko-KR"/>
              <a:t>)</a:t>
            </a: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57444"/>
      </p:ext>
    </p:extLst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</a:t>
            </a:r>
            <a:r>
              <a:rPr lang="en-US" altLang="ko-KR"/>
              <a:t>10</a:t>
            </a:r>
            <a:r>
              <a:rPr lang="ko-KR" altLang="en-US"/>
              <a:t>번에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input</a:t>
            </a:r>
            <a:r>
              <a:rPr lang="ko-KR" altLang="en-US"/>
              <a:t>박스인거 표시하게 색깔 흰색으로 바꾸기 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상담내용 테이블</a:t>
            </a:r>
            <a:r>
              <a:rPr lang="en-US" altLang="ko-KR"/>
              <a:t>(</a:t>
            </a:r>
            <a:r>
              <a:rPr lang="ko-KR" altLang="en-US"/>
              <a:t>오른쪽</a:t>
            </a:r>
            <a:r>
              <a:rPr lang="en-US" altLang="ko-KR"/>
              <a:t>)</a:t>
            </a:r>
            <a:r>
              <a:rPr lang="ko-KR" altLang="en-US"/>
              <a:t> 에 특이사항 표시칸 추가</a:t>
            </a:r>
            <a:r>
              <a:rPr lang="en-US" altLang="ko-KR"/>
              <a:t>,</a:t>
            </a:r>
            <a:r>
              <a:rPr lang="ko-KR" altLang="en-US"/>
              <a:t> 상담진행한 담당자 이름 추가</a:t>
            </a:r>
            <a:r>
              <a:rPr lang="en-US" altLang="ko-KR"/>
              <a:t>(</a:t>
            </a:r>
            <a:r>
              <a:rPr lang="ko-KR" altLang="en-US"/>
              <a:t>담당자 다중존재가능성때문</a:t>
            </a:r>
            <a:r>
              <a:rPr lang="en-US" altLang="ko-KR"/>
              <a:t>)</a:t>
            </a: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4771746"/>
      </p:ext>
    </p:extLst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522461"/>
      </p:ext>
    </p:extLst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765016"/>
      </p:ext>
    </p:extLst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045508"/>
      </p:ext>
    </p:extLst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검토중인 지원계획 </a:t>
            </a:r>
            <a:r>
              <a:rPr lang="en-US" altLang="ko-KR"/>
              <a:t>:</a:t>
            </a:r>
            <a:r>
              <a:rPr lang="ko-KR" altLang="en-US"/>
              <a:t> 기간</a:t>
            </a:r>
            <a:r>
              <a:rPr lang="en-US" altLang="ko-KR"/>
              <a:t>,</a:t>
            </a:r>
            <a:r>
              <a:rPr lang="ko-KR" altLang="en-US"/>
              <a:t> 작성일</a:t>
            </a:r>
            <a:r>
              <a:rPr lang="en-US" altLang="ko-KR"/>
              <a:t>,</a:t>
            </a:r>
            <a:r>
              <a:rPr lang="ko-KR" altLang="en-US"/>
              <a:t> 작성자 나오게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지원계획 입력 상자 </a:t>
            </a:r>
            <a:r>
              <a:rPr lang="en-US" altLang="ko-KR"/>
              <a:t>input</a:t>
            </a:r>
            <a:r>
              <a:rPr lang="ko-KR" altLang="en-US"/>
              <a:t>이니까 흰색으로 배경색 바꿔서 저장 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8517442"/>
      </p:ext>
    </p:extLst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검토중인 지원계획 </a:t>
            </a:r>
            <a:r>
              <a:rPr lang="en-US" altLang="ko-KR"/>
              <a:t>:</a:t>
            </a:r>
            <a:r>
              <a:rPr lang="ko-KR" altLang="en-US"/>
              <a:t> 기간</a:t>
            </a:r>
            <a:r>
              <a:rPr lang="en-US" altLang="ko-KR"/>
              <a:t>,</a:t>
            </a:r>
            <a:r>
              <a:rPr lang="ko-KR" altLang="en-US"/>
              <a:t> 작성일</a:t>
            </a:r>
            <a:r>
              <a:rPr lang="en-US" altLang="ko-KR"/>
              <a:t>,</a:t>
            </a:r>
            <a:r>
              <a:rPr lang="ko-KR" altLang="en-US"/>
              <a:t> 작성자 나오게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지원계획 입력 상자 </a:t>
            </a:r>
            <a:r>
              <a:rPr lang="en-US" altLang="ko-KR"/>
              <a:t>input</a:t>
            </a:r>
            <a:r>
              <a:rPr lang="ko-KR" altLang="en-US"/>
              <a:t>이니까 흰색으로 배경색 바꿔서 저장 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3161858"/>
      </p:ext>
    </p:extLst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3445890"/>
      </p:ext>
    </p:extLst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승인일 </a:t>
            </a:r>
            <a:r>
              <a:rPr lang="en-US" altLang="ko-KR"/>
              <a:t>/</a:t>
            </a:r>
            <a:r>
              <a:rPr lang="ko-KR" altLang="en-US"/>
              <a:t> 반려일 추가</a:t>
            </a:r>
            <a:r>
              <a:rPr lang="en-US" altLang="ko-KR"/>
              <a:t>,</a:t>
            </a:r>
            <a:r>
              <a:rPr lang="ko-KR" altLang="en-US"/>
              <a:t> 승인</a:t>
            </a:r>
            <a:r>
              <a:rPr lang="en-US" altLang="ko-KR"/>
              <a:t>/</a:t>
            </a:r>
            <a:r>
              <a:rPr lang="ko-KR" altLang="en-US"/>
              <a:t>반려한 담당자 추가 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지원계획 승인요청 시 해당 계획 리뷰할 관리자 선택할수 있게 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작성일 위쪽으로 지원결과서 작성 버튼 추가하고</a:t>
            </a:r>
            <a:r>
              <a:rPr lang="en-US" altLang="ko-KR"/>
              <a:t>,</a:t>
            </a:r>
            <a:r>
              <a:rPr lang="ko-KR" altLang="en-US"/>
              <a:t> 버튼 누르면 지원결과서 작성 페이지가 왼쪽부분에 나오도록 만들기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55247"/>
      </p:ext>
    </p:extLst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797376"/>
      </p:ext>
    </p:extLst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9285541"/>
      </p:ext>
    </p:extLst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이거 레이아웃 영희에서 복사해서 쓰기 ㅎㅎㅎㅎ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439014"/>
      </p:ext>
    </p:extLst>
  </p:cSld>
  <p:clrMapOvr>
    <a:masterClrMapping/>
  </p:clrMapOvr>
</p:notes>
</file>

<file path=ppt/notesSlides/notesSlide1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9242016"/>
      </p:ext>
    </p:extLst>
  </p:cSld>
  <p:clrMapOvr>
    <a:masterClrMapping/>
  </p:clrMapOvr>
</p:notes>
</file>

<file path=ppt/notesSlides/notesSlide2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330508"/>
      </p:ext>
    </p:extLst>
  </p:cSld>
  <p:clrMapOvr>
    <a:masterClrMapping/>
  </p:clrMapOvr>
</p:notes>
</file>

<file path=ppt/notesSlides/notesSlide2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8575834"/>
      </p:ext>
    </p:extLst>
  </p:cSld>
  <p:clrMapOvr>
    <a:masterClrMapping/>
  </p:clrMapOvr>
</p:notes>
</file>

<file path=ppt/notesSlides/notesSlide2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9744725"/>
      </p:ext>
    </p:extLst>
  </p:cSld>
  <p:clrMapOvr>
    <a:masterClrMapping/>
  </p:clrMapOvr>
</p:notes>
</file>

<file path=ppt/notesSlides/notesSlide2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002669"/>
      </p:ext>
    </p:extLst>
  </p:cSld>
  <p:clrMapOvr>
    <a:masterClrMapping/>
  </p:clrMapOvr>
</p:notes>
</file>

<file path=ppt/notesSlides/notesSlide2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5251080"/>
      </p:ext>
    </p:extLst>
  </p:cSld>
  <p:clrMapOvr>
    <a:masterClrMapping/>
  </p:clrMapOvr>
</p:notes>
</file>

<file path=ppt/notesSlides/notesSlide2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40765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376318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6967234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9848492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0143688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84457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074562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/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505266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02650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78288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185708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74550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78873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12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7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8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0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1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2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3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6.png"  /><Relationship Id="rId4" Type="http://schemas.openxmlformats.org/officeDocument/2006/relationships/image" Target="../media/image17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6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8.png"  /><Relationship Id="rId4" Type="http://schemas.openxmlformats.org/officeDocument/2006/relationships/image" Target="../media/image19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7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0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8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1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9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2.png"  /><Relationship Id="rId4" Type="http://schemas.openxmlformats.org/officeDocument/2006/relationships/image" Target="../media/image23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0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4.png"  /><Relationship Id="rId4" Type="http://schemas.openxmlformats.org/officeDocument/2006/relationships/image" Target="../media/image23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5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6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3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7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4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8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9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Dv-001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로그인 후 메인화면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담당하는 지원자에 대한 진행상황 등 여러가지 정보 확인 및 상세검색 가능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메인버튼을 누르면 로그인 후 첫 화면으로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로그인 시 읽지 않은 알림내역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Dv-002]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마이페이지로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로그아웃하면서 홈으로 이동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 지원자들의 이름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보호자이름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각종 지원서에 대한 처리 단계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및 내용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보호자 작성한 신청서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내가 작성한 신청서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클릭시 담당자가 작성한 신청서 목록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보기 버튼을 누르면 해당 회원의 지원신청에서 지원신청서 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 단계에 따라 검토중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긴급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중점으로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가각의 해당 건수 표시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보기 버튼을 누르면 해당 회원의 지원신청에서 지원계획서 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보기 버튼을 누르면 해당 회원의 지원신청에서 상담내역 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보기 버튼을 누르면 해당 회원의 지원신청에서 지원결과서 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 현황의 사용자가 입력한 작성일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지원자명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담당자명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보호자명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대기단계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진행상황에 따라 상세 검색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 버튼 누르면 입력한 내용에 해당하는 지원신청현황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지원신청현황이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개 초과시 페이지네이션으로 표시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지원신청 현황에서 내가 작성한 신청서와 담당자가 작성한 신청서를 나눠서 볼 수 있다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담당자가 작성한 신청서도 출력화면은 똑같은 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UI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사용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59812" y="995618"/>
            <a:ext cx="8401784" cy="53045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로그인 후 메인화면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알림내역 표시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진행상황에 업데이트가 생기면 이름 옆의 벨 아이콘에서 진행상황을 확인할 수 있다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68950" y="983013"/>
            <a:ext cx="4479341" cy="30484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Dv-003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상담내역 화면 모달창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수정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삭제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임시저장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취소 버튼에 대한 재확인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 descr="텍스트, 스크린샷, 로고, 폰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89679" y="667031"/>
            <a:ext cx="8335485" cy="56800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830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45786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Dv-004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상담내역 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965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담당자와 지원자 간의 예약 내역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상담일지 작성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97618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지원자에 대한 정보 표시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가지 버튼 누르면 해당 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상담의 예약 내역 및 진행 상태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지원자가 상담예약시 자동으로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새로운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row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 추가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상담완료로 바뀐 회차를 누르면 우측에 작성했던 상담내용 나타남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상담완료 회차 누를시 나타나는 상담내용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 table.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상담내용 작성완료 후 작성일 생성됩니다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수정 버튼 누르면 상담내용 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table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이 활성화 됩니다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b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Dv-005]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상담완료가 되기 전 회차를 누르면 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상담완료가 되지 않았습니다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.”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문구 생성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Dv-005]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7673" y="1149213"/>
            <a:ext cx="8494808" cy="51228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830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45786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Dv-005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상담내역 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965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상담내용 입력 </a:t>
                      </a:r>
                      <a:r>
                        <a:rPr lang="en-US" altLang="ko-KR" sz="1000"/>
                        <a:t>table, </a:t>
                      </a:r>
                      <a:r>
                        <a:rPr lang="ko-KR" altLang="en-US" sz="1000"/>
                        <a:t>상담완료전 누를 경우 생기는 문구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97618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임시저장 버튼을 누르면 임시저장됩니다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삭제 버튼을 누르면 모달창으로 재확인 후 작성내용이 삭제됩니다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.[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Dv-003]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저장 버튼을 누르면 작성한 내용이 저장됩니다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6447" y="1065356"/>
            <a:ext cx="8378142" cy="522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837659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830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45786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Dv-006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상담예약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대기 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965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지원자가 신청한 상담예약을 확인하는 페이지</a:t>
                      </a:r>
                      <a:r>
                        <a:rPr lang="en-US" altLang="ko-KR" sz="1000"/>
                        <a:t>.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97618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상담관리 버튼 누르면 해당페이지로 이동합니다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가지 버튼을 누르면 해당페이지로 이동합니다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상담예약을 신청한 지원자의 목록이 표시됩니다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지원자를 눌렀을 때 예약정보가 표시됩니다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 버튼을 누르면 지원자가 승인목록으로 이동합니다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Dv-006]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거절 버튼을 누르면 지원자에게 알림으로 표시됩니다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38174" y="1164686"/>
            <a:ext cx="8434611" cy="504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127156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830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45786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Dv-007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상담 예약 승인 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965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상담 예약 승인 후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97618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185000" lvl="0" indent="-185000">
                        <a:buClr>
                          <a:schemeClr val="accent1">
                            <a:lumMod val="75000"/>
                          </a:schemeClr>
                        </a:buClr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상담예약이 승인된 지원자 정보가 표시됩니다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7968" y="1155409"/>
            <a:ext cx="8316813" cy="507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901465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830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45786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Dv-008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상담 불가시간 설정화면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965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담당자의 상담불가 시간을 설정하는 화면입니다</a:t>
                      </a:r>
                      <a:r>
                        <a:rPr lang="en-US" altLang="ko-KR" sz="1000"/>
                        <a:t>.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97618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차단 등록 버튼을 누르면 시간 차단추가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form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 활성화됩니다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상담이 불가한 날짜를 선택합니다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상담이 불가한 시간을 설정합니다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상담이 불가한 사유를 설정합니다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등록 또는 취소버튼을 누르면 차단시간이 등록 또는 취소가 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95577" y="1218268"/>
            <a:ext cx="8321165" cy="4841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763795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2023645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72130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Dv-009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대기단계 선택화면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지원서신청서 선택시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지원신청서 작성및 수정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지원자의 대기단계 선택하는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지원신청서가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예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아니요 선택가능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수정이력 버튼을 누르면 기관관리자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보호자의 수정이력을 모달창에서 확인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지원신청서를 작성 또는 수정 작업시 버튼 누르면 모달창으로 재확인 후 저장 또는 취소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Dv-003]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계획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중점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긴급 선택시 색상 변경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대기단계 선택 후 버튼 누르면 모달창으로 재확인 후 승인요청 또는 취소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Dv-011]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대기단계 승인을 요청하면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지원신청서의 해당 화면에는 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관리자의 대기단계 승인 검토중입니다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라고 출력되고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관리자의 승인 후에는 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홍영희 지원자의 대기 단계는 중점입니다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.”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라고 바뀌어 출력된다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67671" y="920310"/>
            <a:ext cx="8403576" cy="53143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수정이력 확인 모달창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수정이력 버튼을 누르면 뜨는 수정이력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수정이력 버튼 클릭으로 수정이력 모달창으로 지원신청서의 수정이력을 확인한다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50921" y="1068699"/>
            <a:ext cx="8189770" cy="51316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Dv-011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대기단계 선택화면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모달창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승인요청 및 취소 재확인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651539" y="687094"/>
            <a:ext cx="3639057" cy="56681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지원계획서 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지원계획서 작성 및 검토중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승인된 지원계획서가 없을시 표시되는 화면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지원계획 입력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추가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지원자에대한 지원계획을 입력하는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</a:t>
                      </a:r>
                      <a:br>
                        <a:rPr lang="ko-KR" altLang="en-US" sz="100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작성자는 계획 추가 시 자동으로 입력됩니다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모달창으로 재확인 후 임시저장 또는 삭제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Dv-03]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첨부할 파일 선택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모달창으로 승인받을 기관관리자 선택 후 승인요청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Dv-013]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승인요청 후 검토중인 지원계획서를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최신순으로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가로 글상자 7"/>
          <p:cNvSpPr txBox="1"/>
          <p:nvPr/>
        </p:nvSpPr>
        <p:spPr>
          <a:xfrm>
            <a:off x="2928938" y="1057275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66953" y="946988"/>
            <a:ext cx="8429359" cy="533273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Dv-013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승인 기관관리자 선택화면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지원계획서 승인 기관관리자 선택화면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277907" y="1724994"/>
            <a:ext cx="4420216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226880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Dv-014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지원계획서 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승인 후 표시되는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전체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반려를 선택해서 해당하는 글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반려인 것을 제일 상부로 최신순으로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ko-KR" altLang="en-US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참고화면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Dv-016]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승인된 글을 표시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지원결과서 작성 버튼 누르면 해당 계획서에대한 결과서 작성칸이 우측에 활성화됩니다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br>
                        <a:rPr lang="ko-KR" altLang="en-US" sz="1000">
                          <a:solidFill>
                            <a:schemeClr val="dk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지원기간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작성자는 자동으로 입력됩니다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임시저장 또는 삭제버튼을 누르면 임시저장 또는 삭제가 시행됩니다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지원결과서 작성 버튼누르면 활성화 되는 지원결과서 입니다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승인 요청 버튼 누르면 승인받을 기관관리자 선택 모달창이 활성화됩니다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Dv-013]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56713" y="1004394"/>
            <a:ext cx="8368912" cy="5351067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93713" y="1962033"/>
            <a:ext cx="504895" cy="20957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Dv-015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지원계획서 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반려시 표시되는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185000" lvl="0" indent="-18500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>
                            <a:lumMod val="75000"/>
                          </a:schemeClr>
                        </a:buClr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185000" lvl="0" indent="-18500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>
                            <a:lumMod val="75000"/>
                          </a:schemeClr>
                        </a:buClr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반려된 지원계획서가 반려사유 결재자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반려일이 추가돼서 표시됩니다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185000" lvl="0" indent="-18500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>
                            <a:lumMod val="75000"/>
                          </a:schemeClr>
                        </a:buClr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반려된 지원계획서의 수정 버튼 누르면 해당 글이 우측에 나타나며 수정할수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185000" lvl="0" indent="-18500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>
                            <a:lumMod val="75000"/>
                          </a:schemeClr>
                        </a:buClr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수정화면에서 원래 데이터가 표시되어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input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상자로 로딩되고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원본글을 유지한 상태에서 수정이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185000" lvl="0" indent="-18500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>
                            <a:lumMod val="75000"/>
                          </a:schemeClr>
                        </a:buClr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 요청시 모달창으로 승인받을 기관관리자  선택 후 검토중으로 변경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Dv-013]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가로 글상자 6"/>
          <p:cNvSpPr txBox="1"/>
          <p:nvPr/>
        </p:nvSpPr>
        <p:spPr>
          <a:xfrm>
            <a:off x="3052762" y="1114425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2903" y="839809"/>
            <a:ext cx="8466106" cy="5342254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99117" y="1583082"/>
            <a:ext cx="504895" cy="20957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Dv-016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지원결과서 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지원결과서 작성 및 검토중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전체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반려를 선택해서 해당하는 글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반려인 것을 제일 상부로 최신순으로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승인된 지원결과서가 표시됩니다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결과추가 버튼을 누르면 모달창으로 작성할 지원계획을 선택 후 작성칸이 생성됩니다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ko-KR" altLang="en-US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Dv-017]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선택한 지원계획에대한 결과를 작성합니다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모달창으로 재확인 후 임시저장 또는 삭제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Dv-03]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파일첨부 버튼을 눌러 다중파일 첨부가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폼 작성 완료 후 승인요청 버튼을 누르면 모달창에서 승인받을 기관 관리자 선택 후 승인요청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Dv-013]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승인요청 후 검토중인 지원계획서를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최신순으로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지원결과서가 승인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반려되면 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Dv-015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화면과 동일하게  확인할 수 있다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accent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2.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반려된 지원결과서의 경우  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Dv-015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화면과 동일하게  수정버튼을 눌러 오른쪽에서 수정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재승인요청이 가능하다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/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48888" y="1084897"/>
            <a:ext cx="8309617" cy="5179818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367827" y="2054210"/>
            <a:ext cx="504895" cy="20957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Dv-017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지원계획서 선택화면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지원결과 추가버튼시 활성화되는 지원계획 선택화면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/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520851" y="1733313"/>
            <a:ext cx="4344006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198937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Dv-018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마이페이지 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내정보 수정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지원자 정보 등록 및 수정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삭제 표현하는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마이페이지 버튼을 누르면 해당 페이지로 이동합니다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가지 버튼을 누르면 해당 페이지가 표시됩니다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정보가 표시됩니다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 소속의 센터가 표시됩니다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아이디가 표시됩니다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연락처가 표시됩니다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이메일이 표시됩니다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가입일이 표시됩니다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수정버튼을 누르면 페이지가 활성화됩니다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ko-KR" altLang="en-US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Dv-019]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6907" y="1144426"/>
            <a:ext cx="8407298" cy="537825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Dv-019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마이페이지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본인정보수정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본인의 정보 수정 버튼 누를 시 나오는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근무 기관이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 불가항목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아이디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수정불가 항목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연락처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이메일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주소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현재비밀번호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새 비밀번호를 입력하여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"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비밀번호 변경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버튼 누르면 일치여부 확인 후 변경 진행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가입일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 불가 항목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모달창으로 재확인 후 탈퇴 진행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Dv-023]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모달창으로 재확인 후 수정 또는 취소 진행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Dv-023]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1224" y="1188032"/>
            <a:ext cx="8437387" cy="496330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414296" y="1430169"/>
            <a:ext cx="2151820" cy="24030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Dv-020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마이페이지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지원자 목록페이지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담당지원자 목록 표시 페이지</a:t>
                      </a:r>
                      <a:r>
                        <a:rPr lang="en-US" altLang="ko-KR" sz="1000"/>
                        <a:t>.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 지원자 목록이 표시됩니다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지원자등록 버튼을 누르면 등록페이지로 이동합니다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체크 박스를 통해 다중 선택 후 선택삭제 버튼이 활성화되며 삭제가 진행가능합니다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6218" y="988673"/>
            <a:ext cx="8480918" cy="5607831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414296" y="1297024"/>
            <a:ext cx="2151820" cy="24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598110"/>
      </p:ext>
    </p:extLst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Dv-021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마이페이지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지원자 등록페이지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지원자등록 버튼 누르면 표시되는 화면</a:t>
                      </a:r>
                      <a:r>
                        <a:rPr lang="en-US" altLang="ko-KR" sz="1000"/>
                        <a:t>.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 등록 정보가 표시됩니다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 이름을 입력합니다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 생년월일을 입력합니다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 성별을 선택합니다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지원자의 주소를 입력합니다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지원자의 장애유형을 장애유형찾기 버튼을 통해 선택합니다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 등록일이 표시됩니다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수정불가 항목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등록 버튼 누르면 빈칸 없이 작성되면 등록이 진행됩니다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2869" y="826209"/>
            <a:ext cx="8360474" cy="544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664739"/>
      </p:ext>
    </p:extLst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Dv-022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마이페이지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지원자 상세정보페이지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지원자목록에서 지원자를 선택했을 경우 표시되는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수정 버튼 누르면 주소 및 장애유형이 활성화되며 수정가능합니다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0982" y="1007008"/>
            <a:ext cx="8499890" cy="547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244333"/>
      </p:ext>
    </p:extLst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Dv-023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마이페이지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정보 수정 및 탈퇴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지원자 등록 및 수정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삭제 재확인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 descr="텍스트, 스크린샷, 로고, 폰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27205" y="775171"/>
            <a:ext cx="8353377" cy="56586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Dv-024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문의하기페이지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URQ-0500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문의하기에 대한 답변 작성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수정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삭제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문의하기 버튼 누르면 문의하기 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존재하는 제목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작성자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답변자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날짜를 입력 및 카테고리 선택이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검색하기 버튼을 누르면 작성한 검색어를 통해 필터된 항목 표시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지원자들의 문의내용에 대한 정보가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답변이 등록됐을 경우 답변완료 표시가 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기관 관리자의 경우 문의 작성글을 체크박스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단건 및 다중삭제를 할 수 있는 버튼이 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Dv-0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화면과 동일하게 각각 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[1],[2]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에서 확인할 수 있다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accent1"/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1718" y="1166118"/>
            <a:ext cx="8392128" cy="509931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Dv-025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문의하기페이지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URQ-0500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문의내용 상세보기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해당 문의 내용에 대한 상세글이 표시됩니다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답변을 작성할 수 있는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textarea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입니다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가지 버튼을 누르면 취소 또는 등록이 진행되며 답변완료표시가 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참고화면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]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/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5039" y="1005577"/>
            <a:ext cx="8407970" cy="5205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158003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</ep:Words>
  <ep:PresentationFormat>와이드스크린</ep:PresentationFormat>
  <ep:Paragraphs>2</ep:Paragraphs>
  <ep:Slides>25</ep:Slides>
  <ep:Notes>25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ep:HeadingPairs>
  <ep:TitlesOfParts>
    <vt:vector size="26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2022-03-17T06:40:34.000</dcterms:created>
  <dc:creator>ByungHo</dc:creator>
  <cp:lastModifiedBy>admin</cp:lastModifiedBy>
  <dcterms:modified xsi:type="dcterms:W3CDTF">2025-12-18T08:39:17.467</dcterms:modified>
  <cp:revision>180</cp:revision>
  <dc:title>ㅇㄹㄴㅇㄹ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