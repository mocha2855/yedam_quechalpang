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7" r:id="rId13"/>
    <p:sldId id="325" r:id="rId14"/>
    <p:sldId id="32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725" y="72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6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05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02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49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508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276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487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71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536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982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854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562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732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2025-12-16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01264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기관명을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셀렉트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드롭 다운 선택을 통해 기관을 선택 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선택삭제를 통해 원하고자는 하는 기관만 선택하여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삭제가능하다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않게하게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깔끔하게 정리한다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 수정을 통해 기관의 운영을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종료시킨다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3D94B1D-D299-4F59-86E2-AFDABD42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1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5714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Dv-401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등록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000" dirty="0"/>
                        <a:t>Dv-400</a:t>
                      </a:r>
                      <a:r>
                        <a:rPr lang="ko-KR" altLang="en-US" sz="1000" dirty="0"/>
                        <a:t>에 </a:t>
                      </a:r>
                      <a:r>
                        <a:rPr lang="ko-KR" altLang="en-US" sz="1000" dirty="0" err="1"/>
                        <a:t>만들어둔</a:t>
                      </a:r>
                      <a:r>
                        <a:rPr lang="ko-KR" altLang="en-US" sz="1000" dirty="0"/>
                        <a:t> 등록 버튼을 클릭하면 기관 등록 </a:t>
                      </a:r>
                      <a:r>
                        <a:rPr lang="ko-KR" altLang="en-US" sz="1000" dirty="0" err="1"/>
                        <a:t>모달창이</a:t>
                      </a:r>
                      <a:r>
                        <a:rPr lang="ko-KR" altLang="en-US" sz="1000" dirty="0"/>
                        <a:t> 발생한다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 err="1"/>
                        <a:t>등록시</a:t>
                      </a:r>
                      <a:r>
                        <a:rPr lang="ko-KR" altLang="en-US" sz="1000" dirty="0"/>
                        <a:t> 운영 여부는 </a:t>
                      </a:r>
                      <a:r>
                        <a:rPr lang="en-US" altLang="ko-KR" sz="1000" dirty="0"/>
                        <a:t>‘</a:t>
                      </a:r>
                      <a:r>
                        <a:rPr lang="ko-KR" altLang="en-US" sz="1000" dirty="0"/>
                        <a:t>운영</a:t>
                      </a:r>
                      <a:r>
                        <a:rPr lang="en-US" altLang="ko-KR" sz="1000" dirty="0"/>
                        <a:t>’ </a:t>
                      </a:r>
                      <a:r>
                        <a:rPr lang="ko-KR" altLang="en-US" sz="1000" dirty="0"/>
                        <a:t>으로 한다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/>
                        <a:t>운영이 종료되면 수정버튼을 눌러 종료로 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A59681E-0387-4EA8-9686-801E8A6E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6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12150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관리자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좌측 상세검색에서 기관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셀렉트를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통해 기관을 선택한다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이렇게하면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미승인된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것을 한번에 승인 가능하게 하기 위해서다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미승인된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기관 관리자를 사용 승인을 눌러 대기에서 승인 상태로 변경해준다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ED38928-2200-4EB7-8BB9-31D442D94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9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23082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 등록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관리자 등록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기관 관리자 등록 버튼을 누르면 기관 관리자 등록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E2B6D045-5F64-4BB7-859D-0E35D674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06" y="1282339"/>
            <a:ext cx="8140484" cy="461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30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836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기관관리자 수정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관리자 수정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수정 버튼을 누르면 기관 관리자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수정은 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이메일만 수정이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비밀번호를 잊어버렸을 시 재설정을 통해 비밀번호를 바꿀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891330F6-ABF0-4412-9DFB-24B1A247B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35" y="1211836"/>
            <a:ext cx="8198443" cy="457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4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606642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Dv-405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좌측 상세검색에서 기관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셀렉트를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통해 기관을 선택한다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이렇게하면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미승인된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것을 한번에 승인 가능하게 하기 위해서다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미승인된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기관 관리자를 사용 승인을 눌러 대기에서 승인 상태로 변경해준다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 담당자 수정이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기관담당자 등록을 통해 담당자 등록이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5C0F20B-6002-471B-88C6-F68740FB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50" y="1230149"/>
            <a:ext cx="8143510" cy="465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4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51647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Dv-406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담당자 등록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기관 관리자 등록 버튼을 누르면 기관 관리자 등록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7555996-34DA-4CB8-B1F1-FA9DD2DF2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7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5529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Dv-407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수정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 담당자 수정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수정 버튼을 누르면 기관 관리자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수정은 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이메일만 수정이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비밀번호를 잊어버렸을 시 재설정을 통해 비밀번호를 바꿀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CABE1B8F-3820-4C39-A95A-0DD803FE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37" y="1377295"/>
            <a:ext cx="8059282" cy="452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4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86380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Dv-408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URQ-0400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 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지원자명 검색창에 지원자 이름을 넣어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찾울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담당자명 검색창에 담당자 이름을 넣어 찾을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보호자명 검색창에 보호자 이름을 넣어 찾을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 단계를 선택하여 필요한 단계만 골라 볼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D1D45F6-8EA1-4EF4-8DF4-4A771BDD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4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01689"/>
              </p:ext>
            </p:extLst>
          </p:nvPr>
        </p:nvGraphicFramePr>
        <p:xfrm>
          <a:off x="91988" y="204139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Dv-409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URQ-401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조사지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지원서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질문을 전체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질문이 보이는 곳이다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항목추가 버튼을 눌러 항목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세부항목추가 버튼을 눌러 세부항목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부제목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을 추가 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질문 추가 버튼을 이용하여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질문지에 메인 질문을 추가 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메인 질문도 수정 버튼을 눌러 수정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항목 수정내역을 저장하여 확인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6BF2716-8ABD-4442-81A1-C4FA4191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27" y="1143147"/>
            <a:ext cx="8101201" cy="457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0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68787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Dv-410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URQ-401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조사지</a:t>
                      </a:r>
                      <a:r>
                        <a:rPr lang="ko-KR" altLang="en-US" sz="1000" dirty="0"/>
                        <a:t> 지원항목 추가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수정 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세부항목 추가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수정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있는 지원서 항목 등록 버튼을 누르면 추가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있는 지원서 항목 수정 버튼을 누르면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모달창도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지원서 항목 추가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모달창과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같은 형식이다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2CD28184-1A4A-47E5-856C-3A624CB3D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05" y="1315089"/>
            <a:ext cx="8087200" cy="464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5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1229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Dv-411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등록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URQ-401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조사지</a:t>
                      </a:r>
                      <a:r>
                        <a:rPr lang="ko-KR" altLang="en-US" sz="1000" dirty="0"/>
                        <a:t> 질문 등록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수정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/>
                        <a:t>Dv-409</a:t>
                      </a:r>
                      <a:r>
                        <a:rPr lang="ko-KR" altLang="en-US" sz="1000" dirty="0"/>
                        <a:t>에 있는 </a:t>
                      </a:r>
                      <a:r>
                        <a:rPr lang="ko-KR" altLang="en-US" sz="1000" dirty="0" err="1"/>
                        <a:t>조사지</a:t>
                      </a:r>
                      <a:r>
                        <a:rPr lang="ko-KR" altLang="en-US" sz="1000" dirty="0"/>
                        <a:t> 질문 등록 버튼을 누르면 </a:t>
                      </a:r>
                      <a:r>
                        <a:rPr lang="ko-KR" altLang="en-US" sz="1000" dirty="0" err="1"/>
                        <a:t>조사지</a:t>
                      </a:r>
                      <a:r>
                        <a:rPr lang="ko-KR" altLang="en-US" sz="1000" dirty="0"/>
                        <a:t> 질문 등록 </a:t>
                      </a:r>
                      <a:r>
                        <a:rPr lang="ko-KR" altLang="en-US" sz="1000" dirty="0" err="1"/>
                        <a:t>모달창이</a:t>
                      </a:r>
                      <a:r>
                        <a:rPr lang="ko-KR" altLang="en-US" sz="1000" dirty="0"/>
                        <a:t> 뜬다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질문 수정도 등록과 같은 형식을 이용한다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4350F05-C18B-4D17-915E-18D2B5659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66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3785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Dv-412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수정 이력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URQ-401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조사지</a:t>
                      </a:r>
                      <a:r>
                        <a:rPr lang="ko-KR" altLang="en-US" sz="1000" dirty="0"/>
                        <a:t> 수정 이력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수정 내역을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조사지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수정이력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뜬다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27B895E-C275-4B82-8075-21D46089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244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1002</ep:Words>
  <ep:PresentationFormat>와이드스크린</ep:PresentationFormat>
  <ep:Paragraphs>459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PowerPoint 프레젠테이션</vt:lpstr>
      <vt:lpstr>PowerPoint 프레젠테이션</vt:lpstr>
      <vt:lpstr>PowerPoint 프레젠테이션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2025-12-17T01:05:31.273</dcterms:modified>
  <cp:revision>62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