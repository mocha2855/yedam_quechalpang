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3" r:id="rId1"/>
  </p:sldMasterIdLst>
  <p:notesMasterIdLst>
    <p:notesMasterId r:id="rId26"/>
  </p:notesMasterIdLst>
  <p:sldIdLst>
    <p:sldId id="369" r:id="rId2"/>
    <p:sldId id="305" r:id="rId3"/>
    <p:sldId id="379" r:id="rId4"/>
    <p:sldId id="311" r:id="rId5"/>
    <p:sldId id="380" r:id="rId6"/>
    <p:sldId id="366" r:id="rId7"/>
    <p:sldId id="367" r:id="rId8"/>
    <p:sldId id="309" r:id="rId9"/>
    <p:sldId id="310" r:id="rId10"/>
    <p:sldId id="312" r:id="rId11"/>
    <p:sldId id="313" r:id="rId12"/>
    <p:sldId id="381" r:id="rId13"/>
    <p:sldId id="374" r:id="rId14"/>
    <p:sldId id="384" r:id="rId15"/>
    <p:sldId id="385" r:id="rId16"/>
    <p:sldId id="314" r:id="rId17"/>
    <p:sldId id="382" r:id="rId18"/>
    <p:sldId id="383" r:id="rId19"/>
    <p:sldId id="316" r:id="rId20"/>
    <p:sldId id="320" r:id="rId21"/>
    <p:sldId id="317" r:id="rId22"/>
    <p:sldId id="318" r:id="rId23"/>
    <p:sldId id="386" r:id="rId24"/>
    <p:sldId id="38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72F4E-200D-4E43-971F-C8342C0E60D7}" v="314" dt="2025-12-18T01:59:00.301"/>
    <p1510:client id="{A8EACE57-2F65-2D10-FF69-965EEFD5565E}" v="1866" dt="2025-12-17T18:28:49.744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20" y="174"/>
      </p:cViewPr>
      <p:guideLst>
        <p:guide orient="horz" pos="2157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providerId="Windows Live" clId="Web-{A8EACE57-2F65-2D10-FF69-965EEFD5565E}"/>
    <pc:docChg chg="addSld modSld sldOrd">
      <pc:chgData name="게스트 사용자" userId="" providerId="Windows Live" clId="Web-{A8EACE57-2F65-2D10-FF69-965EEFD5565E}" dt="2025-12-17T18:28:49.744" v="1812" actId="1076"/>
      <pc:docMkLst>
        <pc:docMk/>
      </pc:docMkLst>
      <pc:sldChg chg="addSp delSp modSp">
        <pc:chgData name="게스트 사용자" userId="" providerId="Windows Live" clId="Web-{A8EACE57-2F65-2D10-FF69-965EEFD5565E}" dt="2025-12-17T17:51:13.947" v="811"/>
        <pc:sldMkLst>
          <pc:docMk/>
          <pc:sldMk cId="0" sldId="314"/>
        </pc:sldMkLst>
        <pc:spChg chg="mod">
          <ac:chgData name="게스트 사용자" userId="" providerId="Windows Live" clId="Web-{A8EACE57-2F65-2D10-FF69-965EEFD5565E}" dt="2025-12-17T17:48:11.903" v="591" actId="1076"/>
          <ac:spMkLst>
            <pc:docMk/>
            <pc:sldMk cId="0" sldId="314"/>
            <ac:spMk id="6" creationId="{00000000-0000-0000-0000-000000000000}"/>
          </ac:spMkLst>
        </pc:spChg>
        <pc:spChg chg="mod">
          <ac:chgData name="게스트 사용자" userId="" providerId="Windows Live" clId="Web-{A8EACE57-2F65-2D10-FF69-965EEFD5565E}" dt="2025-12-17T17:48:16.388" v="592" actId="1076"/>
          <ac:spMkLst>
            <pc:docMk/>
            <pc:sldMk cId="0" sldId="314"/>
            <ac:spMk id="7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48:24.186" v="598"/>
          <ac:spMkLst>
            <pc:docMk/>
            <pc:sldMk cId="0" sldId="314"/>
            <ac:spMk id="8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48:17.451" v="593"/>
          <ac:spMkLst>
            <pc:docMk/>
            <pc:sldMk cId="0" sldId="314"/>
            <ac:spMk id="9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48:22.373" v="597"/>
          <ac:spMkLst>
            <pc:docMk/>
            <pc:sldMk cId="0" sldId="314"/>
            <ac:spMk id="10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48:21.264" v="596"/>
          <ac:spMkLst>
            <pc:docMk/>
            <pc:sldMk cId="0" sldId="314"/>
            <ac:spMk id="11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48:20.217" v="595"/>
          <ac:spMkLst>
            <pc:docMk/>
            <pc:sldMk cId="0" sldId="314"/>
            <ac:spMk id="12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48:18.388" v="594"/>
          <ac:spMkLst>
            <pc:docMk/>
            <pc:sldMk cId="0" sldId="314"/>
            <ac:spMk id="13" creationId="{00000000-0000-0000-0000-000000000000}"/>
          </ac:spMkLst>
        </pc:spChg>
        <pc:spChg chg="del">
          <ac:chgData name="게스트 사용자" userId="" providerId="Windows Live" clId="Web-{A8EACE57-2F65-2D10-FF69-965EEFD5565E}" dt="2025-12-17T17:51:13.947" v="811"/>
          <ac:spMkLst>
            <pc:docMk/>
            <pc:sldMk cId="0" sldId="314"/>
            <ac:spMk id="16" creationId="{00000000-0000-0000-0000-000000000000}"/>
          </ac:spMkLst>
        </pc:spChg>
        <pc:graphicFrameChg chg="mod modGraphic">
          <ac:chgData name="게스트 사용자" userId="" providerId="Windows Live" clId="Web-{A8EACE57-2F65-2D10-FF69-965EEFD5565E}" dt="2025-12-17T17:50:14.537" v="792"/>
          <ac:graphicFrameMkLst>
            <pc:docMk/>
            <pc:sldMk cId="0" sldId="314"/>
            <ac:graphicFrameMk id="5" creationId="{00000000-0000-0000-0000-000000000000}"/>
          </ac:graphicFrameMkLst>
        </pc:graphicFrameChg>
        <pc:picChg chg="add mod ord">
          <ac:chgData name="게스트 사용자" userId="" providerId="Windows Live" clId="Web-{A8EACE57-2F65-2D10-FF69-965EEFD5565E}" dt="2025-12-17T17:48:06.122" v="590" actId="1076"/>
          <ac:picMkLst>
            <pc:docMk/>
            <pc:sldMk cId="0" sldId="314"/>
            <ac:picMk id="2" creationId="{74E7D8D8-3F2B-502A-AC53-7C8F70AE49CB}"/>
          </ac:picMkLst>
        </pc:picChg>
        <pc:picChg chg="del">
          <ac:chgData name="게스트 사용자" userId="" providerId="Windows Live" clId="Web-{A8EACE57-2F65-2D10-FF69-965EEFD5565E}" dt="2025-12-17T17:47:59.981" v="587"/>
          <ac:picMkLst>
            <pc:docMk/>
            <pc:sldMk cId="0" sldId="314"/>
            <ac:picMk id="15" creationId="{00000000-0000-0000-0000-000000000000}"/>
          </ac:picMkLst>
        </pc:picChg>
      </pc:sldChg>
      <pc:sldChg chg="addSp delSp modSp">
        <pc:chgData name="게스트 사용자" userId="" providerId="Windows Live" clId="Web-{A8EACE57-2F65-2D10-FF69-965EEFD5565E}" dt="2025-12-17T18:25:25.773" v="1787"/>
        <pc:sldMkLst>
          <pc:docMk/>
          <pc:sldMk cId="0" sldId="316"/>
        </pc:sldMkLst>
        <pc:spChg chg="mod">
          <ac:chgData name="게스트 사용자" userId="" providerId="Windows Live" clId="Web-{A8EACE57-2F65-2D10-FF69-965EEFD5565E}" dt="2025-12-17T18:23:26.003" v="1705" actId="1076"/>
          <ac:spMkLst>
            <pc:docMk/>
            <pc:sldMk cId="0" sldId="316"/>
            <ac:spMk id="8" creationId="{00000000-0000-0000-0000-000000000000}"/>
          </ac:spMkLst>
        </pc:spChg>
        <pc:spChg chg="del mod">
          <ac:chgData name="게스트 사용자" userId="" providerId="Windows Live" clId="Web-{A8EACE57-2F65-2D10-FF69-965EEFD5565E}" dt="2025-12-17T18:23:14.456" v="1699"/>
          <ac:spMkLst>
            <pc:docMk/>
            <pc:sldMk cId="0" sldId="316"/>
            <ac:spMk id="9" creationId="{00000000-0000-0000-0000-000000000000}"/>
          </ac:spMkLst>
        </pc:spChg>
        <pc:graphicFrameChg chg="mod modGraphic">
          <ac:chgData name="게스트 사용자" userId="" providerId="Windows Live" clId="Web-{A8EACE57-2F65-2D10-FF69-965EEFD5565E}" dt="2025-12-17T18:25:25.773" v="1787"/>
          <ac:graphicFrameMkLst>
            <pc:docMk/>
            <pc:sldMk cId="0" sldId="316"/>
            <ac:graphicFrameMk id="5" creationId="{00000000-0000-0000-0000-000000000000}"/>
          </ac:graphicFrameMkLst>
        </pc:graphicFrameChg>
        <pc:picChg chg="add mod ord">
          <ac:chgData name="게스트 사용자" userId="" providerId="Windows Live" clId="Web-{A8EACE57-2F65-2D10-FF69-965EEFD5565E}" dt="2025-12-17T18:23:22.159" v="1704" actId="1076"/>
          <ac:picMkLst>
            <pc:docMk/>
            <pc:sldMk cId="0" sldId="316"/>
            <ac:picMk id="2" creationId="{58AE7913-E6C1-DB77-85EE-543232E947A6}"/>
          </ac:picMkLst>
        </pc:picChg>
        <pc:picChg chg="del">
          <ac:chgData name="게스트 사용자" userId="" providerId="Windows Live" clId="Web-{A8EACE57-2F65-2D10-FF69-965EEFD5565E}" dt="2025-12-17T18:23:09.830" v="1696"/>
          <ac:picMkLst>
            <pc:docMk/>
            <pc:sldMk cId="0" sldId="316"/>
            <ac:picMk id="3" creationId="{00000000-0000-0000-0000-000000000000}"/>
          </ac:picMkLst>
        </pc:picChg>
      </pc:sldChg>
      <pc:sldChg chg="addSp delSp modSp">
        <pc:chgData name="게스트 사용자" userId="" providerId="Windows Live" clId="Web-{A8EACE57-2F65-2D10-FF69-965EEFD5565E}" dt="2025-12-17T18:28:49.744" v="1812" actId="1076"/>
        <pc:sldMkLst>
          <pc:docMk/>
          <pc:sldMk cId="0" sldId="317"/>
        </pc:sldMkLst>
        <pc:spChg chg="mod">
          <ac:chgData name="게스트 사용자" userId="" providerId="Windows Live" clId="Web-{A8EACE57-2F65-2D10-FF69-965EEFD5565E}" dt="2025-12-17T18:28:49.744" v="1812" actId="1076"/>
          <ac:spMkLst>
            <pc:docMk/>
            <pc:sldMk cId="0" sldId="317"/>
            <ac:spMk id="7" creationId="{00000000-0000-0000-0000-000000000000}"/>
          </ac:spMkLst>
        </pc:spChg>
        <pc:spChg chg="mod">
          <ac:chgData name="게스트 사용자" userId="" providerId="Windows Live" clId="Web-{A8EACE57-2F65-2D10-FF69-965EEFD5565E}" dt="2025-12-17T18:27:28.995" v="1800" actId="20577"/>
          <ac:spMkLst>
            <pc:docMk/>
            <pc:sldMk cId="0" sldId="317"/>
            <ac:spMk id="8" creationId="{00000000-0000-0000-0000-000000000000}"/>
          </ac:spMkLst>
        </pc:spChg>
        <pc:picChg chg="add del mod">
          <ac:chgData name="게스트 사용자" userId="" providerId="Windows Live" clId="Web-{A8EACE57-2F65-2D10-FF69-965EEFD5565E}" dt="2025-12-17T18:25:02.724" v="1763"/>
          <ac:picMkLst>
            <pc:docMk/>
            <pc:sldMk cId="0" sldId="317"/>
            <ac:picMk id="2" creationId="{B8EB4269-CA2A-EBBA-1505-2E5CF72F182E}"/>
          </ac:picMkLst>
        </pc:picChg>
        <pc:picChg chg="add del mod">
          <ac:chgData name="게스트 사용자" userId="" providerId="Windows Live" clId="Web-{A8EACE57-2F65-2D10-FF69-965EEFD5565E}" dt="2025-12-17T18:25:36.039" v="1789"/>
          <ac:picMkLst>
            <pc:docMk/>
            <pc:sldMk cId="0" sldId="317"/>
            <ac:picMk id="3" creationId="{441E4AB9-1E2D-B1D5-6855-99291769EC61}"/>
          </ac:picMkLst>
        </pc:picChg>
        <pc:picChg chg="add del">
          <ac:chgData name="게스트 사용자" userId="" providerId="Windows Live" clId="Web-{A8EACE57-2F65-2D10-FF69-965EEFD5565E}" dt="2025-12-17T18:27:22.839" v="1797"/>
          <ac:picMkLst>
            <pc:docMk/>
            <pc:sldMk cId="0" sldId="317"/>
            <ac:picMk id="4" creationId="{00000000-0000-0000-0000-000000000000}"/>
          </ac:picMkLst>
        </pc:picChg>
        <pc:picChg chg="add del mod ord">
          <ac:chgData name="게스트 사용자" userId="" providerId="Windows Live" clId="Web-{A8EACE57-2F65-2D10-FF69-965EEFD5565E}" dt="2025-12-17T18:28:43.041" v="1807"/>
          <ac:picMkLst>
            <pc:docMk/>
            <pc:sldMk cId="0" sldId="317"/>
            <ac:picMk id="9" creationId="{8D7931D7-17D8-55F6-F6DC-4BCD0F908A59}"/>
          </ac:picMkLst>
        </pc:picChg>
        <pc:picChg chg="add mod ord">
          <ac:chgData name="게스트 사용자" userId="" providerId="Windows Live" clId="Web-{A8EACE57-2F65-2D10-FF69-965EEFD5565E}" dt="2025-12-17T18:28:46.369" v="1811"/>
          <ac:picMkLst>
            <pc:docMk/>
            <pc:sldMk cId="0" sldId="317"/>
            <ac:picMk id="10" creationId="{ACA0CC1B-8FCF-6E87-400C-662285A0469F}"/>
          </ac:picMkLst>
        </pc:picChg>
      </pc:sldChg>
      <pc:sldChg chg="modSp">
        <pc:chgData name="게스트 사용자" userId="" providerId="Windows Live" clId="Web-{A8EACE57-2F65-2D10-FF69-965EEFD5565E}" dt="2025-12-17T17:41:33.811" v="384"/>
        <pc:sldMkLst>
          <pc:docMk/>
          <pc:sldMk cId="0" sldId="367"/>
        </pc:sldMkLst>
        <pc:graphicFrameChg chg="mod modGraphic">
          <ac:chgData name="게스트 사용자" userId="" providerId="Windows Live" clId="Web-{A8EACE57-2F65-2D10-FF69-965EEFD5565E}" dt="2025-12-17T17:41:33.811" v="384"/>
          <ac:graphicFrameMkLst>
            <pc:docMk/>
            <pc:sldMk cId="0" sldId="367"/>
            <ac:graphicFrameMk id="5" creationId="{00000000-0000-0000-0000-000000000000}"/>
          </ac:graphicFrameMkLst>
        </pc:graphicFrameChg>
      </pc:sldChg>
      <pc:sldChg chg="addSp delSp modSp">
        <pc:chgData name="게스트 사용자" userId="" providerId="Windows Live" clId="Web-{A8EACE57-2F65-2D10-FF69-965EEFD5565E}" dt="2025-12-17T17:36:06.209" v="160"/>
        <pc:sldMkLst>
          <pc:docMk/>
          <pc:sldMk cId="1820582873" sldId="379"/>
        </pc:sldMkLst>
        <pc:spChg chg="mod">
          <ac:chgData name="게스트 사용자" userId="" providerId="Windows Live" clId="Web-{A8EACE57-2F65-2D10-FF69-965EEFD5565E}" dt="2025-12-17T17:34:52.514" v="82" actId="1076"/>
          <ac:spMkLst>
            <pc:docMk/>
            <pc:sldMk cId="1820582873" sldId="379"/>
            <ac:spMk id="10" creationId="{00000000-0000-0000-0000-000000000000}"/>
          </ac:spMkLst>
        </pc:spChg>
        <pc:spChg chg="mod">
          <ac:chgData name="게스트 사용자" userId="" providerId="Windows Live" clId="Web-{A8EACE57-2F65-2D10-FF69-965EEFD5565E}" dt="2025-12-17T17:35:01.237" v="83" actId="1076"/>
          <ac:spMkLst>
            <pc:docMk/>
            <pc:sldMk cId="1820582873" sldId="379"/>
            <ac:spMk id="11" creationId="{00000000-0000-0000-0000-000000000000}"/>
          </ac:spMkLst>
        </pc:spChg>
        <pc:spChg chg="mod">
          <ac:chgData name="게스트 사용자" userId="" providerId="Windows Live" clId="Web-{A8EACE57-2F65-2D10-FF69-965EEFD5565E}" dt="2025-12-17T17:35:05.909" v="84" actId="1076"/>
          <ac:spMkLst>
            <pc:docMk/>
            <pc:sldMk cId="1820582873" sldId="379"/>
            <ac:spMk id="12" creationId="{00000000-0000-0000-0000-000000000000}"/>
          </ac:spMkLst>
        </pc:spChg>
        <pc:spChg chg="mod">
          <ac:chgData name="게스트 사용자" userId="" providerId="Windows Live" clId="Web-{A8EACE57-2F65-2D10-FF69-965EEFD5565E}" dt="2025-12-17T17:35:09.597" v="85" actId="1076"/>
          <ac:spMkLst>
            <pc:docMk/>
            <pc:sldMk cId="1820582873" sldId="379"/>
            <ac:spMk id="15" creationId="{00000000-0000-0000-0000-000000000000}"/>
          </ac:spMkLst>
        </pc:spChg>
        <pc:spChg chg="mod">
          <ac:chgData name="게스트 사용자" userId="" providerId="Windows Live" clId="Web-{A8EACE57-2F65-2D10-FF69-965EEFD5565E}" dt="2025-12-17T17:35:21.098" v="86" actId="1076"/>
          <ac:spMkLst>
            <pc:docMk/>
            <pc:sldMk cId="1820582873" sldId="379"/>
            <ac:spMk id="18" creationId="{00000000-0000-0000-0000-000000000000}"/>
          </ac:spMkLst>
        </pc:spChg>
        <pc:graphicFrameChg chg="mod modGraphic">
          <ac:chgData name="게스트 사용자" userId="" providerId="Windows Live" clId="Web-{A8EACE57-2F65-2D10-FF69-965EEFD5565E}" dt="2025-12-17T17:36:06.209" v="160"/>
          <ac:graphicFrameMkLst>
            <pc:docMk/>
            <pc:sldMk cId="1820582873" sldId="379"/>
            <ac:graphicFrameMk id="5" creationId="{00000000-0000-0000-0000-000000000000}"/>
          </ac:graphicFrameMkLst>
        </pc:graphicFrameChg>
        <pc:picChg chg="add mod ord">
          <ac:chgData name="게스트 사용자" userId="" providerId="Windows Live" clId="Web-{A8EACE57-2F65-2D10-FF69-965EEFD5565E}" dt="2025-12-17T17:33:59.460" v="15" actId="1076"/>
          <ac:picMkLst>
            <pc:docMk/>
            <pc:sldMk cId="1820582873" sldId="379"/>
            <ac:picMk id="2" creationId="{B6871F55-C74D-EAB5-3A51-7BF111FF40CB}"/>
          </ac:picMkLst>
        </pc:picChg>
        <pc:picChg chg="del">
          <ac:chgData name="게스트 사용자" userId="" providerId="Windows Live" clId="Web-{A8EACE57-2F65-2D10-FF69-965EEFD5565E}" dt="2025-12-17T17:33:41.350" v="5"/>
          <ac:picMkLst>
            <pc:docMk/>
            <pc:sldMk cId="1820582873" sldId="379"/>
            <ac:picMk id="14" creationId="{00000000-0000-0000-0000-000000000000}"/>
          </ac:picMkLst>
        </pc:picChg>
      </pc:sldChg>
      <pc:sldChg chg="addSp delSp modSp add ord replId modNotes">
        <pc:chgData name="게스트 사용자" userId="" providerId="Windows Live" clId="Web-{A8EACE57-2F65-2D10-FF69-965EEFD5565E}" dt="2025-12-17T17:43:48.173" v="420"/>
        <pc:sldMkLst>
          <pc:docMk/>
          <pc:sldMk cId="4046280223" sldId="380"/>
        </pc:sldMkLst>
        <pc:spChg chg="add del mod">
          <ac:chgData name="게스트 사용자" userId="" providerId="Windows Live" clId="Web-{A8EACE57-2F65-2D10-FF69-965EEFD5565E}" dt="2025-12-17T17:36:36.647" v="166"/>
          <ac:spMkLst>
            <pc:docMk/>
            <pc:sldMk cId="4046280223" sldId="380"/>
            <ac:spMk id="6" creationId="{856A20F6-F0C5-7128-0555-EA14C7A38393}"/>
          </ac:spMkLst>
        </pc:spChg>
        <pc:spChg chg="mod">
          <ac:chgData name="게스트 사용자" userId="" providerId="Windows Live" clId="Web-{A8EACE57-2F65-2D10-FF69-965EEFD5565E}" dt="2025-12-17T17:38:34.182" v="199" actId="1076"/>
          <ac:spMkLst>
            <pc:docMk/>
            <pc:sldMk cId="4046280223" sldId="380"/>
            <ac:spMk id="8" creationId="{145F6409-69AF-D422-EB45-8A61A45414C2}"/>
          </ac:spMkLst>
        </pc:spChg>
        <pc:spChg chg="mod">
          <ac:chgData name="게스트 사용자" userId="" providerId="Windows Live" clId="Web-{A8EACE57-2F65-2D10-FF69-965EEFD5565E}" dt="2025-12-17T17:39:04.511" v="206" actId="1076"/>
          <ac:spMkLst>
            <pc:docMk/>
            <pc:sldMk cId="4046280223" sldId="380"/>
            <ac:spMk id="9" creationId="{C9735FFB-5BAC-3448-32F8-85A2E1989BF2}"/>
          </ac:spMkLst>
        </pc:spChg>
        <pc:spChg chg="del mod">
          <ac:chgData name="게스트 사용자" userId="" providerId="Windows Live" clId="Web-{A8EACE57-2F65-2D10-FF69-965EEFD5565E}" dt="2025-12-17T17:38:21.588" v="197"/>
          <ac:spMkLst>
            <pc:docMk/>
            <pc:sldMk cId="4046280223" sldId="380"/>
            <ac:spMk id="10" creationId="{6C7091D4-2AA7-25AF-9388-AC9439CF1B06}"/>
          </ac:spMkLst>
        </pc:spChg>
        <pc:spChg chg="del">
          <ac:chgData name="게스트 사용자" userId="" providerId="Windows Live" clId="Web-{A8EACE57-2F65-2D10-FF69-965EEFD5565E}" dt="2025-12-17T17:38:42.120" v="201"/>
          <ac:spMkLst>
            <pc:docMk/>
            <pc:sldMk cId="4046280223" sldId="380"/>
            <ac:spMk id="11" creationId="{232B7899-402E-36D1-5932-04AA10E6B7EC}"/>
          </ac:spMkLst>
        </pc:spChg>
        <pc:spChg chg="del">
          <ac:chgData name="게스트 사용자" userId="" providerId="Windows Live" clId="Web-{A8EACE57-2F65-2D10-FF69-965EEFD5565E}" dt="2025-12-17T17:38:42.964" v="202"/>
          <ac:spMkLst>
            <pc:docMk/>
            <pc:sldMk cId="4046280223" sldId="380"/>
            <ac:spMk id="12" creationId="{7F5937DB-B722-D8F5-6064-AE8673F41698}"/>
          </ac:spMkLst>
        </pc:spChg>
        <pc:spChg chg="add mod">
          <ac:chgData name="게스트 사용자" userId="" providerId="Windows Live" clId="Web-{A8EACE57-2F65-2D10-FF69-965EEFD5565E}" dt="2025-12-17T17:39:23.183" v="210" actId="1076"/>
          <ac:spMkLst>
            <pc:docMk/>
            <pc:sldMk cId="4046280223" sldId="380"/>
            <ac:spMk id="14" creationId="{6D36438C-D9E8-1C02-F369-16CB2240E536}"/>
          </ac:spMkLst>
        </pc:spChg>
        <pc:spChg chg="del">
          <ac:chgData name="게스트 사용자" userId="" providerId="Windows Live" clId="Web-{A8EACE57-2F65-2D10-FF69-965EEFD5565E}" dt="2025-12-17T17:38:43.698" v="203"/>
          <ac:spMkLst>
            <pc:docMk/>
            <pc:sldMk cId="4046280223" sldId="380"/>
            <ac:spMk id="15" creationId="{1B976A1A-C102-1ECA-8B46-A20E88BCDBA2}"/>
          </ac:spMkLst>
        </pc:spChg>
        <pc:spChg chg="del">
          <ac:chgData name="게스트 사용자" userId="" providerId="Windows Live" clId="Web-{A8EACE57-2F65-2D10-FF69-965EEFD5565E}" dt="2025-12-17T17:38:46.745" v="204"/>
          <ac:spMkLst>
            <pc:docMk/>
            <pc:sldMk cId="4046280223" sldId="380"/>
            <ac:spMk id="18" creationId="{56DC3778-3841-736B-86A0-4B328B10B7D6}"/>
          </ac:spMkLst>
        </pc:spChg>
        <pc:spChg chg="del">
          <ac:chgData name="게스트 사용자" userId="" providerId="Windows Live" clId="Web-{A8EACE57-2F65-2D10-FF69-965EEFD5565E}" dt="2025-12-17T17:39:00.558" v="205"/>
          <ac:spMkLst>
            <pc:docMk/>
            <pc:sldMk cId="4046280223" sldId="380"/>
            <ac:spMk id="19" creationId="{2B9E3AA3-2D82-09C6-A964-8B486DCF10CF}"/>
          </ac:spMkLst>
        </pc:spChg>
        <pc:graphicFrameChg chg="add del mod">
          <ac:chgData name="게스트 사용자" userId="" providerId="Windows Live" clId="Web-{A8EACE57-2F65-2D10-FF69-965EEFD5565E}" dt="2025-12-17T17:36:36.647" v="167"/>
          <ac:graphicFrameMkLst>
            <pc:docMk/>
            <pc:sldMk cId="4046280223" sldId="380"/>
            <ac:graphicFrameMk id="4" creationId="{C5041A1D-BF08-BE93-44A4-BEA56F12248D}"/>
          </ac:graphicFrameMkLst>
        </pc:graphicFrameChg>
        <pc:graphicFrameChg chg="mod modGraphic">
          <ac:chgData name="게스트 사용자" userId="" providerId="Windows Live" clId="Web-{A8EACE57-2F65-2D10-FF69-965EEFD5565E}" dt="2025-12-17T17:43:42.157" v="419"/>
          <ac:graphicFrameMkLst>
            <pc:docMk/>
            <pc:sldMk cId="4046280223" sldId="380"/>
            <ac:graphicFrameMk id="5" creationId="{3946A11F-221A-FFA3-73B1-AF5FC64F8021}"/>
          </ac:graphicFrameMkLst>
        </pc:graphicFrameChg>
        <pc:picChg chg="del">
          <ac:chgData name="게스트 사용자" userId="" providerId="Windows Live" clId="Web-{A8EACE57-2F65-2D10-FF69-965EEFD5565E}" dt="2025-12-17T17:36:51.273" v="170"/>
          <ac:picMkLst>
            <pc:docMk/>
            <pc:sldMk cId="4046280223" sldId="380"/>
            <ac:picMk id="2" creationId="{BB387AE8-F40D-3A12-80C2-23940342CB7D}"/>
          </ac:picMkLst>
        </pc:picChg>
        <pc:picChg chg="add del mod ord">
          <ac:chgData name="게스트 사용자" userId="" providerId="Windows Live" clId="Web-{A8EACE57-2F65-2D10-FF69-965EEFD5565E}" dt="2025-12-17T17:38:07.572" v="185"/>
          <ac:picMkLst>
            <pc:docMk/>
            <pc:sldMk cId="4046280223" sldId="380"/>
            <ac:picMk id="7" creationId="{07D9B9D7-539D-D907-A125-CF1249D79C93}"/>
          </ac:picMkLst>
        </pc:picChg>
        <pc:picChg chg="add mod ord">
          <ac:chgData name="게스트 사용자" userId="" providerId="Windows Live" clId="Web-{A8EACE57-2F65-2D10-FF69-965EEFD5565E}" dt="2025-12-17T17:38:14.260" v="194"/>
          <ac:picMkLst>
            <pc:docMk/>
            <pc:sldMk cId="4046280223" sldId="380"/>
            <ac:picMk id="13" creationId="{D2EB3C03-9ABC-8EB6-4374-52A30CBDEBF3}"/>
          </ac:picMkLst>
        </pc:picChg>
      </pc:sldChg>
      <pc:sldChg chg="addSp delSp modSp add ord replId">
        <pc:chgData name="게스트 사용자" userId="" providerId="Windows Live" clId="Web-{A8EACE57-2F65-2D10-FF69-965EEFD5565E}" dt="2025-12-17T17:47:19.133" v="573"/>
        <pc:sldMkLst>
          <pc:docMk/>
          <pc:sldMk cId="3414177932" sldId="381"/>
        </pc:sldMkLst>
        <pc:spChg chg="mod">
          <ac:chgData name="게스트 사용자" userId="" providerId="Windows Live" clId="Web-{A8EACE57-2F65-2D10-FF69-965EEFD5565E}" dt="2025-12-17T17:45:36.597" v="456" actId="1076"/>
          <ac:spMkLst>
            <pc:docMk/>
            <pc:sldMk cId="3414177932" sldId="381"/>
            <ac:spMk id="6" creationId="{7C471C17-3C44-56EE-BE4E-7AB0EDA7C82B}"/>
          </ac:spMkLst>
        </pc:spChg>
        <pc:spChg chg="mod">
          <ac:chgData name="게스트 사용자" userId="" providerId="Windows Live" clId="Web-{A8EACE57-2F65-2D10-FF69-965EEFD5565E}" dt="2025-12-17T17:45:43.066" v="457" actId="1076"/>
          <ac:spMkLst>
            <pc:docMk/>
            <pc:sldMk cId="3414177932" sldId="381"/>
            <ac:spMk id="7" creationId="{7202FF8C-472C-47A1-2ACE-C07C6673901F}"/>
          </ac:spMkLst>
        </pc:spChg>
        <pc:spChg chg="del mod">
          <ac:chgData name="게스트 사용자" userId="" providerId="Windows Live" clId="Web-{A8EACE57-2F65-2D10-FF69-965EEFD5565E}" dt="2025-12-17T17:45:54.754" v="459"/>
          <ac:spMkLst>
            <pc:docMk/>
            <pc:sldMk cId="3414177932" sldId="381"/>
            <ac:spMk id="8" creationId="{5EE94FF6-A795-53F9-A69A-3107A2740FC3}"/>
          </ac:spMkLst>
        </pc:spChg>
        <pc:spChg chg="del">
          <ac:chgData name="게스트 사용자" userId="" providerId="Windows Live" clId="Web-{A8EACE57-2F65-2D10-FF69-965EEFD5565E}" dt="2025-12-17T17:45:57.035" v="462"/>
          <ac:spMkLst>
            <pc:docMk/>
            <pc:sldMk cId="3414177932" sldId="381"/>
            <ac:spMk id="9" creationId="{E8D76324-E1B8-D611-5B6E-13090AFB106B}"/>
          </ac:spMkLst>
        </pc:spChg>
        <pc:spChg chg="del">
          <ac:chgData name="게스트 사용자" userId="" providerId="Windows Live" clId="Web-{A8EACE57-2F65-2D10-FF69-965EEFD5565E}" dt="2025-12-17T17:46:01.191" v="464"/>
          <ac:spMkLst>
            <pc:docMk/>
            <pc:sldMk cId="3414177932" sldId="381"/>
            <ac:spMk id="10" creationId="{53C186A0-13B5-8C94-0CA2-74DABD1451D7}"/>
          </ac:spMkLst>
        </pc:spChg>
        <pc:spChg chg="del">
          <ac:chgData name="게스트 사용자" userId="" providerId="Windows Live" clId="Web-{A8EACE57-2F65-2D10-FF69-965EEFD5565E}" dt="2025-12-17T17:45:59.551" v="463"/>
          <ac:spMkLst>
            <pc:docMk/>
            <pc:sldMk cId="3414177932" sldId="381"/>
            <ac:spMk id="11" creationId="{877722FF-BCF7-883A-3EA5-5B9E36191CB7}"/>
          </ac:spMkLst>
        </pc:spChg>
        <pc:spChg chg="del">
          <ac:chgData name="게스트 사용자" userId="" providerId="Windows Live" clId="Web-{A8EACE57-2F65-2D10-FF69-965EEFD5565E}" dt="2025-12-17T17:45:55.504" v="460"/>
          <ac:spMkLst>
            <pc:docMk/>
            <pc:sldMk cId="3414177932" sldId="381"/>
            <ac:spMk id="12" creationId="{97F2DF77-E523-C115-B8D3-C8CF59C4B6AF}"/>
          </ac:spMkLst>
        </pc:spChg>
        <pc:spChg chg="del">
          <ac:chgData name="게스트 사용자" userId="" providerId="Windows Live" clId="Web-{A8EACE57-2F65-2D10-FF69-965EEFD5565E}" dt="2025-12-17T17:45:56.223" v="461"/>
          <ac:spMkLst>
            <pc:docMk/>
            <pc:sldMk cId="3414177932" sldId="381"/>
            <ac:spMk id="13" creationId="{B6200B9A-1961-1EDD-F7E3-288B17FA20F8}"/>
          </ac:spMkLst>
        </pc:spChg>
        <pc:spChg chg="del mod">
          <ac:chgData name="게스트 사용자" userId="" providerId="Windows Live" clId="Web-{A8EACE57-2F65-2D10-FF69-965EEFD5565E}" dt="2025-12-17T17:46:15.145" v="468"/>
          <ac:spMkLst>
            <pc:docMk/>
            <pc:sldMk cId="3414177932" sldId="381"/>
            <ac:spMk id="16" creationId="{61973C6D-B59E-9C7B-E7F5-8D4829DBA547}"/>
          </ac:spMkLst>
        </pc:spChg>
        <pc:graphicFrameChg chg="mod modGraphic">
          <ac:chgData name="게스트 사용자" userId="" providerId="Windows Live" clId="Web-{A8EACE57-2F65-2D10-FF69-965EEFD5565E}" dt="2025-12-17T17:47:07.772" v="572"/>
          <ac:graphicFrameMkLst>
            <pc:docMk/>
            <pc:sldMk cId="3414177932" sldId="381"/>
            <ac:graphicFrameMk id="5" creationId="{88807EAC-80BF-3492-B4E2-0F11070ED745}"/>
          </ac:graphicFrameMkLst>
        </pc:graphicFrameChg>
        <pc:picChg chg="add mod ord">
          <ac:chgData name="게스트 사용자" userId="" providerId="Windows Live" clId="Web-{A8EACE57-2F65-2D10-FF69-965EEFD5565E}" dt="2025-12-17T17:45:30.957" v="455" actId="1076"/>
          <ac:picMkLst>
            <pc:docMk/>
            <pc:sldMk cId="3414177932" sldId="381"/>
            <ac:picMk id="2" creationId="{AD57BB6F-99F2-AB1E-E54B-35455E62DADE}"/>
          </ac:picMkLst>
        </pc:picChg>
        <pc:picChg chg="del">
          <ac:chgData name="게스트 사용자" userId="" providerId="Windows Live" clId="Web-{A8EACE57-2F65-2D10-FF69-965EEFD5565E}" dt="2025-12-17T17:45:18.878" v="451"/>
          <ac:picMkLst>
            <pc:docMk/>
            <pc:sldMk cId="3414177932" sldId="381"/>
            <ac:picMk id="15" creationId="{361F8FE0-076B-B27A-0F58-FCD8367DFDF6}"/>
          </ac:picMkLst>
        </pc:picChg>
      </pc:sldChg>
      <pc:sldChg chg="addSp delSp modSp add replId">
        <pc:chgData name="게스트 사용자" userId="" providerId="Windows Live" clId="Web-{A8EACE57-2F65-2D10-FF69-965EEFD5565E}" dt="2025-12-17T17:54:41.189" v="1044"/>
        <pc:sldMkLst>
          <pc:docMk/>
          <pc:sldMk cId="3147059479" sldId="382"/>
        </pc:sldMkLst>
        <pc:spChg chg="mod">
          <ac:chgData name="게스트 사용자" userId="" providerId="Windows Live" clId="Web-{A8EACE57-2F65-2D10-FF69-965EEFD5565E}" dt="2025-12-17T17:52:05.027" v="813" actId="1076"/>
          <ac:spMkLst>
            <pc:docMk/>
            <pc:sldMk cId="3147059479" sldId="382"/>
            <ac:spMk id="6" creationId="{E5ACE7A0-C55F-E184-34D0-5941BDE218BF}"/>
          </ac:spMkLst>
        </pc:spChg>
        <pc:spChg chg="mod">
          <ac:chgData name="게스트 사용자" userId="" providerId="Windows Live" clId="Web-{A8EACE57-2F65-2D10-FF69-965EEFD5565E}" dt="2025-12-17T17:52:11.199" v="814" actId="1076"/>
          <ac:spMkLst>
            <pc:docMk/>
            <pc:sldMk cId="3147059479" sldId="382"/>
            <ac:spMk id="7" creationId="{2363D632-4A83-47AB-E817-775D5DA23B2C}"/>
          </ac:spMkLst>
        </pc:spChg>
        <pc:spChg chg="mod">
          <ac:chgData name="게스트 사용자" userId="" providerId="Windows Live" clId="Web-{A8EACE57-2F65-2D10-FF69-965EEFD5565E}" dt="2025-12-17T17:52:16.012" v="815" actId="1076"/>
          <ac:spMkLst>
            <pc:docMk/>
            <pc:sldMk cId="3147059479" sldId="382"/>
            <ac:spMk id="8" creationId="{A7560722-3FA3-F967-4C25-D155BD2D41C8}"/>
          </ac:spMkLst>
        </pc:spChg>
        <pc:spChg chg="mod">
          <ac:chgData name="게스트 사용자" userId="" providerId="Windows Live" clId="Web-{A8EACE57-2F65-2D10-FF69-965EEFD5565E}" dt="2025-12-17T17:52:22.028" v="816" actId="1076"/>
          <ac:spMkLst>
            <pc:docMk/>
            <pc:sldMk cId="3147059479" sldId="382"/>
            <ac:spMk id="9" creationId="{C4D2E87D-373F-DE7C-9854-E9A0240D82C2}"/>
          </ac:spMkLst>
        </pc:spChg>
        <pc:spChg chg="del">
          <ac:chgData name="게스트 사용자" userId="" providerId="Windows Live" clId="Web-{A8EACE57-2F65-2D10-FF69-965EEFD5565E}" dt="2025-12-17T17:52:29.278" v="820"/>
          <ac:spMkLst>
            <pc:docMk/>
            <pc:sldMk cId="3147059479" sldId="382"/>
            <ac:spMk id="10" creationId="{BE40AEF5-E59A-827A-022B-819E81ECF642}"/>
          </ac:spMkLst>
        </pc:spChg>
        <pc:spChg chg="del">
          <ac:chgData name="게스트 사용자" userId="" providerId="Windows Live" clId="Web-{A8EACE57-2F65-2D10-FF69-965EEFD5565E}" dt="2025-12-17T17:52:28.185" v="819"/>
          <ac:spMkLst>
            <pc:docMk/>
            <pc:sldMk cId="3147059479" sldId="382"/>
            <ac:spMk id="11" creationId="{34B3306C-BA78-7CFD-BC61-3164C839CEF2}"/>
          </ac:spMkLst>
        </pc:spChg>
        <pc:spChg chg="del">
          <ac:chgData name="게스트 사용자" userId="" providerId="Windows Live" clId="Web-{A8EACE57-2F65-2D10-FF69-965EEFD5565E}" dt="2025-12-17T17:52:27.294" v="818"/>
          <ac:spMkLst>
            <pc:docMk/>
            <pc:sldMk cId="3147059479" sldId="382"/>
            <ac:spMk id="12" creationId="{EB12FE93-2B75-B5F9-C03F-9F41F3479F10}"/>
          </ac:spMkLst>
        </pc:spChg>
        <pc:spChg chg="del">
          <ac:chgData name="게스트 사용자" userId="" providerId="Windows Live" clId="Web-{A8EACE57-2F65-2D10-FF69-965EEFD5565E}" dt="2025-12-17T17:52:25.466" v="817"/>
          <ac:spMkLst>
            <pc:docMk/>
            <pc:sldMk cId="3147059479" sldId="382"/>
            <ac:spMk id="13" creationId="{C17796DA-82E3-660F-06D0-491106EAE448}"/>
          </ac:spMkLst>
        </pc:spChg>
        <pc:spChg chg="del mod">
          <ac:chgData name="게스트 사용자" userId="" providerId="Windows Live" clId="Web-{A8EACE57-2F65-2D10-FF69-965EEFD5565E}" dt="2025-12-17T17:51:07.525" v="810"/>
          <ac:spMkLst>
            <pc:docMk/>
            <pc:sldMk cId="3147059479" sldId="382"/>
            <ac:spMk id="16" creationId="{4222EC36-3F67-9B89-8855-8429A270D0C0}"/>
          </ac:spMkLst>
        </pc:spChg>
        <pc:graphicFrameChg chg="mod modGraphic">
          <ac:chgData name="게스트 사용자" userId="" providerId="Windows Live" clId="Web-{A8EACE57-2F65-2D10-FF69-965EEFD5565E}" dt="2025-12-17T17:54:41.189" v="1044"/>
          <ac:graphicFrameMkLst>
            <pc:docMk/>
            <pc:sldMk cId="3147059479" sldId="382"/>
            <ac:graphicFrameMk id="5" creationId="{999A5BC8-AFE1-EEDF-436C-0B7CAE12AD2D}"/>
          </ac:graphicFrameMkLst>
        </pc:graphicFrameChg>
        <pc:picChg chg="add mod ord">
          <ac:chgData name="게스트 사용자" userId="" providerId="Windows Live" clId="Web-{A8EACE57-2F65-2D10-FF69-965EEFD5565E}" dt="2025-12-17T17:51:18.744" v="812" actId="1076"/>
          <ac:picMkLst>
            <pc:docMk/>
            <pc:sldMk cId="3147059479" sldId="382"/>
            <ac:picMk id="2" creationId="{442EC1D8-A786-62CC-AF40-44445DCAA592}"/>
          </ac:picMkLst>
        </pc:picChg>
        <pc:picChg chg="del">
          <ac:chgData name="게스트 사용자" userId="" providerId="Windows Live" clId="Web-{A8EACE57-2F65-2D10-FF69-965EEFD5565E}" dt="2025-12-17T17:51:04.446" v="808"/>
          <ac:picMkLst>
            <pc:docMk/>
            <pc:sldMk cId="3147059479" sldId="382"/>
            <ac:picMk id="15" creationId="{127554A4-6A0C-E853-8000-C788A22FA123}"/>
          </ac:picMkLst>
        </pc:picChg>
      </pc:sldChg>
      <pc:sldChg chg="addSp delSp modSp add replId">
        <pc:chgData name="게스트 사용자" userId="" providerId="Windows Live" clId="Web-{A8EACE57-2F65-2D10-FF69-965EEFD5565E}" dt="2025-12-17T18:17:21.136" v="1690"/>
        <pc:sldMkLst>
          <pc:docMk/>
          <pc:sldMk cId="537456813" sldId="383"/>
        </pc:sldMkLst>
        <pc:spChg chg="add del mod">
          <ac:chgData name="게스트 사용자" userId="" providerId="Windows Live" clId="Web-{A8EACE57-2F65-2D10-FF69-965EEFD5565E}" dt="2025-12-17T17:55:51.629" v="1059"/>
          <ac:spMkLst>
            <pc:docMk/>
            <pc:sldMk cId="537456813" sldId="383"/>
            <ac:spMk id="6" creationId="{384B4538-5C45-F47C-284B-7919DCFDE135}"/>
          </ac:spMkLst>
        </pc:spChg>
        <pc:spChg chg="add del mod">
          <ac:chgData name="게스트 사용자" userId="" providerId="Windows Live" clId="Web-{A8EACE57-2F65-2D10-FF69-965EEFD5565E}" dt="2025-12-17T18:15:33.495" v="1538" actId="1076"/>
          <ac:spMkLst>
            <pc:docMk/>
            <pc:sldMk cId="537456813" sldId="383"/>
            <ac:spMk id="7" creationId="{2F21FD3B-9BC7-D5D0-07D0-7D02E065FEDE}"/>
          </ac:spMkLst>
        </pc:spChg>
        <pc:spChg chg="add del">
          <ac:chgData name="게스트 사용자" userId="" providerId="Windows Live" clId="Web-{A8EACE57-2F65-2D10-FF69-965EEFD5565E}" dt="2025-12-17T17:55:55.660" v="1062"/>
          <ac:spMkLst>
            <pc:docMk/>
            <pc:sldMk cId="537456813" sldId="383"/>
            <ac:spMk id="8" creationId="{D75A4792-18DC-CD76-3250-2A9BD1367507}"/>
          </ac:spMkLst>
        </pc:spChg>
        <pc:spChg chg="del">
          <ac:chgData name="게스트 사용자" userId="" providerId="Windows Live" clId="Web-{A8EACE57-2F65-2D10-FF69-965EEFD5565E}" dt="2025-12-17T17:55:57.113" v="1063"/>
          <ac:spMkLst>
            <pc:docMk/>
            <pc:sldMk cId="537456813" sldId="383"/>
            <ac:spMk id="9" creationId="{79E7DCF6-F98B-0B7A-7E03-5DC2F04D98A5}"/>
          </ac:spMkLst>
        </pc:spChg>
        <pc:spChg chg="add mod">
          <ac:chgData name="게스트 사용자" userId="" providerId="Windows Live" clId="Web-{A8EACE57-2F65-2D10-FF69-965EEFD5565E}" dt="2025-12-17T18:14:29.635" v="1528" actId="1076"/>
          <ac:spMkLst>
            <pc:docMk/>
            <pc:sldMk cId="537456813" sldId="383"/>
            <ac:spMk id="10" creationId="{E98C7CB8-CAC8-9C37-3D69-32AC6751E6C8}"/>
          </ac:spMkLst>
        </pc:spChg>
        <pc:spChg chg="add mod">
          <ac:chgData name="게스트 사용자" userId="" providerId="Windows Live" clId="Web-{A8EACE57-2F65-2D10-FF69-965EEFD5565E}" dt="2025-12-17T18:14:31.620" v="1529" actId="1076"/>
          <ac:spMkLst>
            <pc:docMk/>
            <pc:sldMk cId="537456813" sldId="383"/>
            <ac:spMk id="12" creationId="{70B1B568-66B5-D2D6-77E4-43A59DAC0881}"/>
          </ac:spMkLst>
        </pc:spChg>
        <pc:graphicFrameChg chg="mod modGraphic">
          <ac:chgData name="게스트 사용자" userId="" providerId="Windows Live" clId="Web-{A8EACE57-2F65-2D10-FF69-965EEFD5565E}" dt="2025-12-17T18:17:21.136" v="1690"/>
          <ac:graphicFrameMkLst>
            <pc:docMk/>
            <pc:sldMk cId="537456813" sldId="383"/>
            <ac:graphicFrameMk id="5" creationId="{0B795FBD-48B7-3756-5D51-7884BAF0F0B3}"/>
          </ac:graphicFrameMkLst>
        </pc:graphicFrameChg>
        <pc:picChg chg="del">
          <ac:chgData name="게스트 사용자" userId="" providerId="Windows Live" clId="Web-{A8EACE57-2F65-2D10-FF69-965EEFD5565E}" dt="2025-12-17T17:55:24.644" v="1048"/>
          <ac:picMkLst>
            <pc:docMk/>
            <pc:sldMk cId="537456813" sldId="383"/>
            <ac:picMk id="2" creationId="{5F2250F4-26ED-C6D4-9C61-B1269C0659E8}"/>
          </ac:picMkLst>
        </pc:picChg>
        <pc:picChg chg="add del mod ord">
          <ac:chgData name="게스트 사용자" userId="" providerId="Windows Live" clId="Web-{A8EACE57-2F65-2D10-FF69-965EEFD5565E}" dt="2025-12-17T18:14:25.198" v="1527"/>
          <ac:picMkLst>
            <pc:docMk/>
            <pc:sldMk cId="537456813" sldId="383"/>
            <ac:picMk id="3" creationId="{20277320-8AA3-E90E-7012-4DCAADDB9635}"/>
          </ac:picMkLst>
        </pc:picChg>
        <pc:picChg chg="add del mod ord">
          <ac:chgData name="게스트 사용자" userId="" providerId="Windows Live" clId="Web-{A8EACE57-2F65-2D10-FF69-965EEFD5565E}" dt="2025-12-17T18:15:20.229" v="1531"/>
          <ac:picMkLst>
            <pc:docMk/>
            <pc:sldMk cId="537456813" sldId="383"/>
            <ac:picMk id="13" creationId="{56CA3D5D-7074-654D-8643-F1B91B8A332D}"/>
          </ac:picMkLst>
        </pc:picChg>
        <pc:picChg chg="add mod ord">
          <ac:chgData name="게스트 사용자" userId="" providerId="Windows Live" clId="Web-{A8EACE57-2F65-2D10-FF69-965EEFD5565E}" dt="2025-12-17T18:15:27.854" v="1537" actId="14100"/>
          <ac:picMkLst>
            <pc:docMk/>
            <pc:sldMk cId="537456813" sldId="383"/>
            <ac:picMk id="14" creationId="{4E3F0F6A-1DDD-4C24-E666-B9D7E25C5F07}"/>
          </ac:picMkLst>
        </pc:picChg>
      </pc:sldChg>
      <pc:sldChg chg="addSp delSp modSp add replId">
        <pc:chgData name="게스트 사용자" userId="" providerId="Windows Live" clId="Web-{A8EACE57-2F65-2D10-FF69-965EEFD5565E}" dt="2025-12-17T18:03:02.625" v="1518"/>
        <pc:sldMkLst>
          <pc:docMk/>
          <pc:sldMk cId="789802052" sldId="384"/>
        </pc:sldMkLst>
        <pc:spChg chg="mod">
          <ac:chgData name="게스트 사용자" userId="" providerId="Windows Live" clId="Web-{A8EACE57-2F65-2D10-FF69-965EEFD5565E}" dt="2025-12-17T18:01:12.796" v="1337" actId="1076"/>
          <ac:spMkLst>
            <pc:docMk/>
            <pc:sldMk cId="789802052" sldId="384"/>
            <ac:spMk id="6" creationId="{AA6CA65B-9CF0-CE97-76CF-52463BE71C94}"/>
          </ac:spMkLst>
        </pc:spChg>
        <pc:spChg chg="del">
          <ac:chgData name="게스트 사용자" userId="" providerId="Windows Live" clId="Web-{A8EACE57-2F65-2D10-FF69-965EEFD5565E}" dt="2025-12-17T18:01:19.593" v="1340"/>
          <ac:spMkLst>
            <pc:docMk/>
            <pc:sldMk cId="789802052" sldId="384"/>
            <ac:spMk id="7" creationId="{EE8B2F8F-AFF3-23BB-179B-41E933C93647}"/>
          </ac:spMkLst>
        </pc:spChg>
        <pc:spChg chg="mod">
          <ac:chgData name="게스트 사용자" userId="" providerId="Windows Live" clId="Web-{A8EACE57-2F65-2D10-FF69-965EEFD5565E}" dt="2025-12-17T18:01:16.906" v="1338" actId="1076"/>
          <ac:spMkLst>
            <pc:docMk/>
            <pc:sldMk cId="789802052" sldId="384"/>
            <ac:spMk id="10" creationId="{50F42DEF-A19E-5EE3-6A8B-C7638376BDC1}"/>
          </ac:spMkLst>
        </pc:spChg>
        <pc:spChg chg="del">
          <ac:chgData name="게스트 사용자" userId="" providerId="Windows Live" clId="Web-{A8EACE57-2F65-2D10-FF69-965EEFD5565E}" dt="2025-12-17T18:01:18.749" v="1339"/>
          <ac:spMkLst>
            <pc:docMk/>
            <pc:sldMk cId="789802052" sldId="384"/>
            <ac:spMk id="12" creationId="{629D4BB3-F5BE-78AC-5B83-C81ACA3308F4}"/>
          </ac:spMkLst>
        </pc:spChg>
        <pc:graphicFrameChg chg="mod modGraphic">
          <ac:chgData name="게스트 사용자" userId="" providerId="Windows Live" clId="Web-{A8EACE57-2F65-2D10-FF69-965EEFD5565E}" dt="2025-12-17T18:03:02.625" v="1518"/>
          <ac:graphicFrameMkLst>
            <pc:docMk/>
            <pc:sldMk cId="789802052" sldId="384"/>
            <ac:graphicFrameMk id="5" creationId="{70071702-21D8-DEA7-A75F-8F2712EEF646}"/>
          </ac:graphicFrameMkLst>
        </pc:graphicFrameChg>
        <pc:picChg chg="add del mod">
          <ac:chgData name="게스트 사용자" userId="" providerId="Windows Live" clId="Web-{A8EACE57-2F65-2D10-FF69-965EEFD5565E}" dt="2025-12-17T18:00:07.680" v="1324"/>
          <ac:picMkLst>
            <pc:docMk/>
            <pc:sldMk cId="789802052" sldId="384"/>
            <ac:picMk id="2" creationId="{1188D4E6-60D5-EA08-0D36-979209FC0FC0}"/>
          </ac:picMkLst>
        </pc:picChg>
        <pc:picChg chg="del">
          <ac:chgData name="게스트 사용자" userId="" providerId="Windows Live" clId="Web-{A8EACE57-2F65-2D10-FF69-965EEFD5565E}" dt="2025-12-17T17:58:59.914" v="1320"/>
          <ac:picMkLst>
            <pc:docMk/>
            <pc:sldMk cId="789802052" sldId="384"/>
            <ac:picMk id="3" creationId="{C6C47F53-310B-5D85-D75F-DF85068415D7}"/>
          </ac:picMkLst>
        </pc:picChg>
        <pc:picChg chg="add mod ord modCrop">
          <ac:chgData name="게스트 사용자" userId="" providerId="Windows Live" clId="Web-{A8EACE57-2F65-2D10-FF69-965EEFD5565E}" dt="2025-12-17T18:01:07.593" v="1336"/>
          <ac:picMkLst>
            <pc:docMk/>
            <pc:sldMk cId="789802052" sldId="384"/>
            <ac:picMk id="4" creationId="{3816B122-6F7C-836D-AE0A-F51B28F0AE40}"/>
          </ac:picMkLst>
        </pc:picChg>
      </pc:sldChg>
    </pc:docChg>
  </pc:docChgLst>
  <pc:docChgLst>
    <pc:chgData name="정우 서" userId="85ff6ff5d4fe7c1e" providerId="LiveId" clId="{DD2B2293-DBD0-4001-B839-C4D1AC066E0F}"/>
    <pc:docChg chg="undo redo custSel addSld delSld modSld sldOrd">
      <pc:chgData name="정우 서" userId="85ff6ff5d4fe7c1e" providerId="LiveId" clId="{DD2B2293-DBD0-4001-B839-C4D1AC066E0F}" dt="2025-12-18T02:00:41.924" v="4263"/>
      <pc:docMkLst>
        <pc:docMk/>
      </pc:docMkLst>
      <pc:sldChg chg="del">
        <pc:chgData name="정우 서" userId="85ff6ff5d4fe7c1e" providerId="LiveId" clId="{DD2B2293-DBD0-4001-B839-C4D1AC066E0F}" dt="2025-12-18T02:00:24.606" v="4261" actId="47"/>
        <pc:sldMkLst>
          <pc:docMk/>
          <pc:sldMk cId="0" sldId="257"/>
        </pc:sldMkLst>
      </pc:sldChg>
      <pc:sldChg chg="ord">
        <pc:chgData name="정우 서" userId="85ff6ff5d4fe7c1e" providerId="LiveId" clId="{DD2B2293-DBD0-4001-B839-C4D1AC066E0F}" dt="2025-12-18T02:00:41.924" v="4263"/>
        <pc:sldMkLst>
          <pc:docMk/>
          <pc:sldMk cId="0" sldId="305"/>
        </pc:sldMkLst>
      </pc:sldChg>
      <pc:sldChg chg="addSp delSp modSp mod">
        <pc:chgData name="정우 서" userId="85ff6ff5d4fe7c1e" providerId="LiveId" clId="{DD2B2293-DBD0-4001-B839-C4D1AC066E0F}" dt="2025-12-18T01:41:46.289" v="3003"/>
        <pc:sldMkLst>
          <pc:docMk/>
          <pc:sldMk cId="0" sldId="313"/>
        </pc:sldMkLst>
        <pc:spChg chg="add del mod">
          <ac:chgData name="정우 서" userId="85ff6ff5d4fe7c1e" providerId="LiveId" clId="{DD2B2293-DBD0-4001-B839-C4D1AC066E0F}" dt="2025-12-18T01:40:46.991" v="2959" actId="1076"/>
          <ac:spMkLst>
            <pc:docMk/>
            <pc:sldMk cId="0" sldId="313"/>
            <ac:spMk id="9" creationId="{00000000-0000-0000-0000-000000000000}"/>
          </ac:spMkLst>
        </pc:spChg>
        <pc:spChg chg="del">
          <ac:chgData name="정우 서" userId="85ff6ff5d4fe7c1e" providerId="LiveId" clId="{DD2B2293-DBD0-4001-B839-C4D1AC066E0F}" dt="2025-12-18T01:40:12.688" v="2955" actId="478"/>
          <ac:spMkLst>
            <pc:docMk/>
            <pc:sldMk cId="0" sldId="313"/>
            <ac:spMk id="10" creationId="{00000000-0000-0000-0000-000000000000}"/>
          </ac:spMkLst>
        </pc:spChg>
        <pc:graphicFrameChg chg="mod modGraphic">
          <ac:chgData name="정우 서" userId="85ff6ff5d4fe7c1e" providerId="LiveId" clId="{DD2B2293-DBD0-4001-B839-C4D1AC066E0F}" dt="2025-12-18T01:41:46.289" v="3003"/>
          <ac:graphicFrameMkLst>
            <pc:docMk/>
            <pc:sldMk cId="0" sldId="313"/>
            <ac:graphicFrameMk id="5" creationId="{00000000-0000-0000-0000-000000000000}"/>
          </ac:graphicFrameMkLst>
        </pc:graphicFrameChg>
        <pc:picChg chg="add del mod">
          <ac:chgData name="정우 서" userId="85ff6ff5d4fe7c1e" providerId="LiveId" clId="{DD2B2293-DBD0-4001-B839-C4D1AC066E0F}" dt="2025-12-18T01:39:39.678" v="2946" actId="478"/>
          <ac:picMkLst>
            <pc:docMk/>
            <pc:sldMk cId="0" sldId="313"/>
            <ac:picMk id="3" creationId="{0087C162-F29C-5C0B-C391-AA82DDE27626}"/>
          </ac:picMkLst>
        </pc:picChg>
        <pc:picChg chg="del">
          <ac:chgData name="정우 서" userId="85ff6ff5d4fe7c1e" providerId="LiveId" clId="{DD2B2293-DBD0-4001-B839-C4D1AC066E0F}" dt="2025-12-18T01:40:08.841" v="2954" actId="478"/>
          <ac:picMkLst>
            <pc:docMk/>
            <pc:sldMk cId="0" sldId="313"/>
            <ac:picMk id="4" creationId="{00000000-0000-0000-0000-000000000000}"/>
          </ac:picMkLst>
        </pc:picChg>
        <pc:picChg chg="add mod ord">
          <ac:chgData name="정우 서" userId="85ff6ff5d4fe7c1e" providerId="LiveId" clId="{DD2B2293-DBD0-4001-B839-C4D1AC066E0F}" dt="2025-12-18T01:40:06.948" v="2953" actId="14100"/>
          <ac:picMkLst>
            <pc:docMk/>
            <pc:sldMk cId="0" sldId="313"/>
            <ac:picMk id="12" creationId="{B42FF5E8-B18D-2C52-4BCB-FFE87CD0A554}"/>
          </ac:picMkLst>
        </pc:picChg>
      </pc:sldChg>
      <pc:sldChg chg="modSp mod">
        <pc:chgData name="정우 서" userId="85ff6ff5d4fe7c1e" providerId="LiveId" clId="{DD2B2293-DBD0-4001-B839-C4D1AC066E0F}" dt="2025-12-18T00:33:28.039" v="1426" actId="20577"/>
        <pc:sldMkLst>
          <pc:docMk/>
          <pc:sldMk cId="0" sldId="314"/>
        </pc:sldMkLst>
        <pc:spChg chg="mod">
          <ac:chgData name="정우 서" userId="85ff6ff5d4fe7c1e" providerId="LiveId" clId="{DD2B2293-DBD0-4001-B839-C4D1AC066E0F}" dt="2025-12-18T00:01:58.220" v="2" actId="1076"/>
          <ac:spMkLst>
            <pc:docMk/>
            <pc:sldMk cId="0" sldId="314"/>
            <ac:spMk id="6" creationId="{00000000-0000-0000-0000-000000000000}"/>
          </ac:spMkLst>
        </pc:spChg>
        <pc:spChg chg="mod">
          <ac:chgData name="정우 서" userId="85ff6ff5d4fe7c1e" providerId="LiveId" clId="{DD2B2293-DBD0-4001-B839-C4D1AC066E0F}" dt="2025-12-18T00:01:54.260" v="1" actId="1076"/>
          <ac:spMkLst>
            <pc:docMk/>
            <pc:sldMk cId="0" sldId="314"/>
            <ac:spMk id="7" creationId="{00000000-0000-0000-0000-000000000000}"/>
          </ac:spMkLst>
        </pc:spChg>
        <pc:graphicFrameChg chg="modGraphic">
          <ac:chgData name="정우 서" userId="85ff6ff5d4fe7c1e" providerId="LiveId" clId="{DD2B2293-DBD0-4001-B839-C4D1AC066E0F}" dt="2025-12-18T00:33:28.039" v="1426" actId="20577"/>
          <ac:graphicFrameMkLst>
            <pc:docMk/>
            <pc:sldMk cId="0" sldId="314"/>
            <ac:graphicFrameMk id="5" creationId="{00000000-0000-0000-0000-000000000000}"/>
          </ac:graphicFrameMkLst>
        </pc:graphicFrameChg>
        <pc:picChg chg="mod">
          <ac:chgData name="정우 서" userId="85ff6ff5d4fe7c1e" providerId="LiveId" clId="{DD2B2293-DBD0-4001-B839-C4D1AC066E0F}" dt="2025-12-18T00:01:47.452" v="0" actId="14100"/>
          <ac:picMkLst>
            <pc:docMk/>
            <pc:sldMk cId="0" sldId="314"/>
            <ac:picMk id="2" creationId="{74E7D8D8-3F2B-502A-AC53-7C8F70AE49CB}"/>
          </ac:picMkLst>
        </pc:picChg>
      </pc:sldChg>
      <pc:sldChg chg="delSp mod">
        <pc:chgData name="정우 서" userId="85ff6ff5d4fe7c1e" providerId="LiveId" clId="{DD2B2293-DBD0-4001-B839-C4D1AC066E0F}" dt="2025-12-18T00:04:02.100" v="7" actId="478"/>
        <pc:sldMkLst>
          <pc:docMk/>
          <pc:sldMk cId="0" sldId="317"/>
        </pc:sldMkLst>
        <pc:spChg chg="del">
          <ac:chgData name="정우 서" userId="85ff6ff5d4fe7c1e" providerId="LiveId" clId="{DD2B2293-DBD0-4001-B839-C4D1AC066E0F}" dt="2025-12-18T00:04:02.100" v="7" actId="478"/>
          <ac:spMkLst>
            <pc:docMk/>
            <pc:sldMk cId="0" sldId="317"/>
            <ac:spMk id="8" creationId="{00000000-0000-0000-0000-000000000000}"/>
          </ac:spMkLst>
        </pc:spChg>
      </pc:sldChg>
      <pc:sldChg chg="addSp delSp modSp mod">
        <pc:chgData name="정우 서" userId="85ff6ff5d4fe7c1e" providerId="LiveId" clId="{DD2B2293-DBD0-4001-B839-C4D1AC066E0F}" dt="2025-12-18T01:21:02.071" v="2281" actId="478"/>
        <pc:sldMkLst>
          <pc:docMk/>
          <pc:sldMk cId="0" sldId="318"/>
        </pc:sldMkLst>
        <pc:spChg chg="add del">
          <ac:chgData name="정우 서" userId="85ff6ff5d4fe7c1e" providerId="LiveId" clId="{DD2B2293-DBD0-4001-B839-C4D1AC066E0F}" dt="2025-12-18T01:06:05.206" v="1477" actId="22"/>
          <ac:spMkLst>
            <pc:docMk/>
            <pc:sldMk cId="0" sldId="318"/>
            <ac:spMk id="4" creationId="{0ED9867C-7702-41A8-F5F4-1BEAF09589A7}"/>
          </ac:spMkLst>
        </pc:spChg>
        <pc:spChg chg="mod">
          <ac:chgData name="정우 서" userId="85ff6ff5d4fe7c1e" providerId="LiveId" clId="{DD2B2293-DBD0-4001-B839-C4D1AC066E0F}" dt="2025-12-18T01:06:44.615" v="1489" actId="1076"/>
          <ac:spMkLst>
            <pc:docMk/>
            <pc:sldMk cId="0" sldId="318"/>
            <ac:spMk id="6" creationId="{00000000-0000-0000-0000-000000000000}"/>
          </ac:spMkLst>
        </pc:spChg>
        <pc:spChg chg="mod">
          <ac:chgData name="정우 서" userId="85ff6ff5d4fe7c1e" providerId="LiveId" clId="{DD2B2293-DBD0-4001-B839-C4D1AC066E0F}" dt="2025-12-18T01:09:41.148" v="1789" actId="1076"/>
          <ac:spMkLst>
            <pc:docMk/>
            <pc:sldMk cId="0" sldId="318"/>
            <ac:spMk id="7" creationId="{00000000-0000-0000-0000-000000000000}"/>
          </ac:spMkLst>
        </pc:spChg>
        <pc:spChg chg="mod">
          <ac:chgData name="정우 서" userId="85ff6ff5d4fe7c1e" providerId="LiveId" clId="{DD2B2293-DBD0-4001-B839-C4D1AC066E0F}" dt="2025-12-18T01:06:55.804" v="1491" actId="1076"/>
          <ac:spMkLst>
            <pc:docMk/>
            <pc:sldMk cId="0" sldId="318"/>
            <ac:spMk id="8" creationId="{00000000-0000-0000-0000-000000000000}"/>
          </ac:spMkLst>
        </pc:spChg>
        <pc:spChg chg="del">
          <ac:chgData name="정우 서" userId="85ff6ff5d4fe7c1e" providerId="LiveId" clId="{DD2B2293-DBD0-4001-B839-C4D1AC066E0F}" dt="2025-12-18T01:06:57.479" v="1492" actId="478"/>
          <ac:spMkLst>
            <pc:docMk/>
            <pc:sldMk cId="0" sldId="318"/>
            <ac:spMk id="10" creationId="{00000000-0000-0000-0000-000000000000}"/>
          </ac:spMkLst>
        </pc:spChg>
        <pc:spChg chg="del">
          <ac:chgData name="정우 서" userId="85ff6ff5d4fe7c1e" providerId="LiveId" clId="{DD2B2293-DBD0-4001-B839-C4D1AC066E0F}" dt="2025-12-18T01:11:09.478" v="1926" actId="478"/>
          <ac:spMkLst>
            <pc:docMk/>
            <pc:sldMk cId="0" sldId="318"/>
            <ac:spMk id="11" creationId="{00000000-0000-0000-0000-000000000000}"/>
          </ac:spMkLst>
        </pc:spChg>
        <pc:graphicFrameChg chg="mod modGraphic">
          <ac:chgData name="정우 서" userId="85ff6ff5d4fe7c1e" providerId="LiveId" clId="{DD2B2293-DBD0-4001-B839-C4D1AC066E0F}" dt="2025-12-18T01:13:19.142" v="2155" actId="20577"/>
          <ac:graphicFrameMkLst>
            <pc:docMk/>
            <pc:sldMk cId="0" sldId="318"/>
            <ac:graphicFrameMk id="5" creationId="{00000000-0000-0000-0000-000000000000}"/>
          </ac:graphicFrameMkLst>
        </pc:graphicFrameChg>
        <pc:picChg chg="del">
          <ac:chgData name="정우 서" userId="85ff6ff5d4fe7c1e" providerId="LiveId" clId="{DD2B2293-DBD0-4001-B839-C4D1AC066E0F}" dt="2025-12-18T01:06:21.004" v="1484" actId="478"/>
          <ac:picMkLst>
            <pc:docMk/>
            <pc:sldMk cId="0" sldId="318"/>
            <ac:picMk id="3" creationId="{00000000-0000-0000-0000-000000000000}"/>
          </ac:picMkLst>
        </pc:picChg>
        <pc:picChg chg="del">
          <ac:chgData name="정우 서" userId="85ff6ff5d4fe7c1e" providerId="LiveId" clId="{DD2B2293-DBD0-4001-B839-C4D1AC066E0F}" dt="2025-12-18T01:06:19.836" v="1483" actId="478"/>
          <ac:picMkLst>
            <pc:docMk/>
            <pc:sldMk cId="0" sldId="318"/>
            <ac:picMk id="9" creationId="{00000000-0000-0000-0000-000000000000}"/>
          </ac:picMkLst>
        </pc:picChg>
        <pc:picChg chg="add del mod ord">
          <ac:chgData name="정우 서" userId="85ff6ff5d4fe7c1e" providerId="LiveId" clId="{DD2B2293-DBD0-4001-B839-C4D1AC066E0F}" dt="2025-12-18T01:09:31.028" v="1788" actId="478"/>
          <ac:picMkLst>
            <pc:docMk/>
            <pc:sldMk cId="0" sldId="318"/>
            <ac:picMk id="13" creationId="{4C3F7F38-813B-358F-BD47-AB98EB8A0C61}"/>
          </ac:picMkLst>
        </pc:picChg>
        <pc:picChg chg="add del mod ord">
          <ac:chgData name="정우 서" userId="85ff6ff5d4fe7c1e" providerId="LiveId" clId="{DD2B2293-DBD0-4001-B839-C4D1AC066E0F}" dt="2025-12-18T01:21:02.071" v="2281" actId="478"/>
          <ac:picMkLst>
            <pc:docMk/>
            <pc:sldMk cId="0" sldId="318"/>
            <ac:picMk id="15" creationId="{64EA02C0-3DB4-4720-1E7C-1DCD9E49039F}"/>
          </ac:picMkLst>
        </pc:picChg>
        <pc:picChg chg="add del mod">
          <ac:chgData name="정우 서" userId="85ff6ff5d4fe7c1e" providerId="LiveId" clId="{DD2B2293-DBD0-4001-B839-C4D1AC066E0F}" dt="2025-12-18T01:16:19.502" v="2160" actId="21"/>
          <ac:picMkLst>
            <pc:docMk/>
            <pc:sldMk cId="0" sldId="318"/>
            <ac:picMk id="17" creationId="{EA37A92A-9986-3150-EC81-7A8E6680E20A}"/>
          </ac:picMkLst>
        </pc:picChg>
        <pc:picChg chg="add mod ord">
          <ac:chgData name="정우 서" userId="85ff6ff5d4fe7c1e" providerId="LiveId" clId="{DD2B2293-DBD0-4001-B839-C4D1AC066E0F}" dt="2025-12-18T01:20:59.486" v="2280" actId="14100"/>
          <ac:picMkLst>
            <pc:docMk/>
            <pc:sldMk cId="0" sldId="318"/>
            <ac:picMk id="19" creationId="{E0CC53F3-3F60-D28D-4F8A-1026B33C5EE4}"/>
          </ac:picMkLst>
        </pc:picChg>
      </pc:sldChg>
      <pc:sldChg chg="del">
        <pc:chgData name="정우 서" userId="85ff6ff5d4fe7c1e" providerId="LiveId" clId="{DD2B2293-DBD0-4001-B839-C4D1AC066E0F}" dt="2025-12-18T02:00:10.742" v="4227" actId="47"/>
        <pc:sldMkLst>
          <pc:docMk/>
          <pc:sldMk cId="0" sldId="322"/>
        </pc:sldMkLst>
      </pc:sldChg>
      <pc:sldChg chg="del">
        <pc:chgData name="정우 서" userId="85ff6ff5d4fe7c1e" providerId="LiveId" clId="{DD2B2293-DBD0-4001-B839-C4D1AC066E0F}" dt="2025-12-18T02:00:11.321" v="4228" actId="47"/>
        <pc:sldMkLst>
          <pc:docMk/>
          <pc:sldMk cId="0" sldId="324"/>
        </pc:sldMkLst>
      </pc:sldChg>
      <pc:sldChg chg="del">
        <pc:chgData name="정우 서" userId="85ff6ff5d4fe7c1e" providerId="LiveId" clId="{DD2B2293-DBD0-4001-B839-C4D1AC066E0F}" dt="2025-12-18T02:00:11.854" v="4230" actId="47"/>
        <pc:sldMkLst>
          <pc:docMk/>
          <pc:sldMk cId="0" sldId="325"/>
        </pc:sldMkLst>
      </pc:sldChg>
      <pc:sldChg chg="del">
        <pc:chgData name="정우 서" userId="85ff6ff5d4fe7c1e" providerId="LiveId" clId="{DD2B2293-DBD0-4001-B839-C4D1AC066E0F}" dt="2025-12-18T02:00:11.633" v="4229" actId="47"/>
        <pc:sldMkLst>
          <pc:docMk/>
          <pc:sldMk cId="0" sldId="326"/>
        </pc:sldMkLst>
      </pc:sldChg>
      <pc:sldChg chg="del">
        <pc:chgData name="정우 서" userId="85ff6ff5d4fe7c1e" providerId="LiveId" clId="{DD2B2293-DBD0-4001-B839-C4D1AC066E0F}" dt="2025-12-18T02:00:12.091" v="4231" actId="47"/>
        <pc:sldMkLst>
          <pc:docMk/>
          <pc:sldMk cId="0" sldId="327"/>
        </pc:sldMkLst>
      </pc:sldChg>
      <pc:sldChg chg="del">
        <pc:chgData name="정우 서" userId="85ff6ff5d4fe7c1e" providerId="LiveId" clId="{DD2B2293-DBD0-4001-B839-C4D1AC066E0F}" dt="2025-12-18T02:00:12.549" v="4233" actId="47"/>
        <pc:sldMkLst>
          <pc:docMk/>
          <pc:sldMk cId="0" sldId="331"/>
        </pc:sldMkLst>
      </pc:sldChg>
      <pc:sldChg chg="del">
        <pc:chgData name="정우 서" userId="85ff6ff5d4fe7c1e" providerId="LiveId" clId="{DD2B2293-DBD0-4001-B839-C4D1AC066E0F}" dt="2025-12-18T02:00:12.753" v="4234" actId="47"/>
        <pc:sldMkLst>
          <pc:docMk/>
          <pc:sldMk cId="0" sldId="333"/>
        </pc:sldMkLst>
      </pc:sldChg>
      <pc:sldChg chg="del">
        <pc:chgData name="정우 서" userId="85ff6ff5d4fe7c1e" providerId="LiveId" clId="{DD2B2293-DBD0-4001-B839-C4D1AC066E0F}" dt="2025-12-18T02:00:12.979" v="4235" actId="47"/>
        <pc:sldMkLst>
          <pc:docMk/>
          <pc:sldMk cId="0" sldId="334"/>
        </pc:sldMkLst>
      </pc:sldChg>
      <pc:sldChg chg="del">
        <pc:chgData name="정우 서" userId="85ff6ff5d4fe7c1e" providerId="LiveId" clId="{DD2B2293-DBD0-4001-B839-C4D1AC066E0F}" dt="2025-12-18T02:00:13.202" v="4236" actId="47"/>
        <pc:sldMkLst>
          <pc:docMk/>
          <pc:sldMk cId="0" sldId="335"/>
        </pc:sldMkLst>
      </pc:sldChg>
      <pc:sldChg chg="del">
        <pc:chgData name="정우 서" userId="85ff6ff5d4fe7c1e" providerId="LiveId" clId="{DD2B2293-DBD0-4001-B839-C4D1AC066E0F}" dt="2025-12-18T02:00:13.456" v="4237" actId="47"/>
        <pc:sldMkLst>
          <pc:docMk/>
          <pc:sldMk cId="0" sldId="336"/>
        </pc:sldMkLst>
      </pc:sldChg>
      <pc:sldChg chg="del">
        <pc:chgData name="정우 서" userId="85ff6ff5d4fe7c1e" providerId="LiveId" clId="{DD2B2293-DBD0-4001-B839-C4D1AC066E0F}" dt="2025-12-18T02:00:13.690" v="4238" actId="47"/>
        <pc:sldMkLst>
          <pc:docMk/>
          <pc:sldMk cId="0" sldId="339"/>
        </pc:sldMkLst>
      </pc:sldChg>
      <pc:sldChg chg="del">
        <pc:chgData name="정우 서" userId="85ff6ff5d4fe7c1e" providerId="LiveId" clId="{DD2B2293-DBD0-4001-B839-C4D1AC066E0F}" dt="2025-12-18T02:00:13.950" v="4239" actId="47"/>
        <pc:sldMkLst>
          <pc:docMk/>
          <pc:sldMk cId="0" sldId="340"/>
        </pc:sldMkLst>
      </pc:sldChg>
      <pc:sldChg chg="del">
        <pc:chgData name="정우 서" userId="85ff6ff5d4fe7c1e" providerId="LiveId" clId="{DD2B2293-DBD0-4001-B839-C4D1AC066E0F}" dt="2025-12-18T02:00:14.246" v="4240" actId="47"/>
        <pc:sldMkLst>
          <pc:docMk/>
          <pc:sldMk cId="0" sldId="341"/>
        </pc:sldMkLst>
      </pc:sldChg>
      <pc:sldChg chg="del">
        <pc:chgData name="정우 서" userId="85ff6ff5d4fe7c1e" providerId="LiveId" clId="{DD2B2293-DBD0-4001-B839-C4D1AC066E0F}" dt="2025-12-18T02:00:14.900" v="4242" actId="47"/>
        <pc:sldMkLst>
          <pc:docMk/>
          <pc:sldMk cId="0" sldId="342"/>
        </pc:sldMkLst>
      </pc:sldChg>
      <pc:sldChg chg="del">
        <pc:chgData name="정우 서" userId="85ff6ff5d4fe7c1e" providerId="LiveId" clId="{DD2B2293-DBD0-4001-B839-C4D1AC066E0F}" dt="2025-12-18T02:00:15.206" v="4243" actId="47"/>
        <pc:sldMkLst>
          <pc:docMk/>
          <pc:sldMk cId="0" sldId="343"/>
        </pc:sldMkLst>
      </pc:sldChg>
      <pc:sldChg chg="del">
        <pc:chgData name="정우 서" userId="85ff6ff5d4fe7c1e" providerId="LiveId" clId="{DD2B2293-DBD0-4001-B839-C4D1AC066E0F}" dt="2025-12-18T02:00:15.555" v="4244" actId="47"/>
        <pc:sldMkLst>
          <pc:docMk/>
          <pc:sldMk cId="0" sldId="344"/>
        </pc:sldMkLst>
      </pc:sldChg>
      <pc:sldChg chg="del">
        <pc:chgData name="정우 서" userId="85ff6ff5d4fe7c1e" providerId="LiveId" clId="{DD2B2293-DBD0-4001-B839-C4D1AC066E0F}" dt="2025-12-18T02:00:15.881" v="4245" actId="47"/>
        <pc:sldMkLst>
          <pc:docMk/>
          <pc:sldMk cId="0" sldId="346"/>
        </pc:sldMkLst>
      </pc:sldChg>
      <pc:sldChg chg="del">
        <pc:chgData name="정우 서" userId="85ff6ff5d4fe7c1e" providerId="LiveId" clId="{DD2B2293-DBD0-4001-B839-C4D1AC066E0F}" dt="2025-12-18T02:00:16.201" v="4246" actId="47"/>
        <pc:sldMkLst>
          <pc:docMk/>
          <pc:sldMk cId="0" sldId="347"/>
        </pc:sldMkLst>
      </pc:sldChg>
      <pc:sldChg chg="del">
        <pc:chgData name="정우 서" userId="85ff6ff5d4fe7c1e" providerId="LiveId" clId="{DD2B2293-DBD0-4001-B839-C4D1AC066E0F}" dt="2025-12-18T02:00:16.509" v="4247" actId="47"/>
        <pc:sldMkLst>
          <pc:docMk/>
          <pc:sldMk cId="0" sldId="348"/>
        </pc:sldMkLst>
      </pc:sldChg>
      <pc:sldChg chg="del">
        <pc:chgData name="정우 서" userId="85ff6ff5d4fe7c1e" providerId="LiveId" clId="{DD2B2293-DBD0-4001-B839-C4D1AC066E0F}" dt="2025-12-18T02:00:16.825" v="4248" actId="47"/>
        <pc:sldMkLst>
          <pc:docMk/>
          <pc:sldMk cId="0" sldId="349"/>
        </pc:sldMkLst>
      </pc:sldChg>
      <pc:sldChg chg="del">
        <pc:chgData name="정우 서" userId="85ff6ff5d4fe7c1e" providerId="LiveId" clId="{DD2B2293-DBD0-4001-B839-C4D1AC066E0F}" dt="2025-12-18T02:00:17.148" v="4249" actId="47"/>
        <pc:sldMkLst>
          <pc:docMk/>
          <pc:sldMk cId="0" sldId="350"/>
        </pc:sldMkLst>
      </pc:sldChg>
      <pc:sldChg chg="del">
        <pc:chgData name="정우 서" userId="85ff6ff5d4fe7c1e" providerId="LiveId" clId="{DD2B2293-DBD0-4001-B839-C4D1AC066E0F}" dt="2025-12-18T02:00:17.398" v="4250" actId="47"/>
        <pc:sldMkLst>
          <pc:docMk/>
          <pc:sldMk cId="0" sldId="351"/>
        </pc:sldMkLst>
      </pc:sldChg>
      <pc:sldChg chg="del">
        <pc:chgData name="정우 서" userId="85ff6ff5d4fe7c1e" providerId="LiveId" clId="{DD2B2293-DBD0-4001-B839-C4D1AC066E0F}" dt="2025-12-18T02:00:17.741" v="4251" actId="47"/>
        <pc:sldMkLst>
          <pc:docMk/>
          <pc:sldMk cId="0" sldId="352"/>
        </pc:sldMkLst>
      </pc:sldChg>
      <pc:sldChg chg="del">
        <pc:chgData name="정우 서" userId="85ff6ff5d4fe7c1e" providerId="LiveId" clId="{DD2B2293-DBD0-4001-B839-C4D1AC066E0F}" dt="2025-12-18T02:00:18.031" v="4252" actId="47"/>
        <pc:sldMkLst>
          <pc:docMk/>
          <pc:sldMk cId="0" sldId="353"/>
        </pc:sldMkLst>
      </pc:sldChg>
      <pc:sldChg chg="del">
        <pc:chgData name="정우 서" userId="85ff6ff5d4fe7c1e" providerId="LiveId" clId="{DD2B2293-DBD0-4001-B839-C4D1AC066E0F}" dt="2025-12-18T02:00:18.336" v="4253" actId="47"/>
        <pc:sldMkLst>
          <pc:docMk/>
          <pc:sldMk cId="0" sldId="354"/>
        </pc:sldMkLst>
      </pc:sldChg>
      <pc:sldChg chg="del">
        <pc:chgData name="정우 서" userId="85ff6ff5d4fe7c1e" providerId="LiveId" clId="{DD2B2293-DBD0-4001-B839-C4D1AC066E0F}" dt="2025-12-18T02:00:18.600" v="4254" actId="47"/>
        <pc:sldMkLst>
          <pc:docMk/>
          <pc:sldMk cId="0" sldId="355"/>
        </pc:sldMkLst>
      </pc:sldChg>
      <pc:sldChg chg="del">
        <pc:chgData name="정우 서" userId="85ff6ff5d4fe7c1e" providerId="LiveId" clId="{DD2B2293-DBD0-4001-B839-C4D1AC066E0F}" dt="2025-12-18T02:00:18.887" v="4255" actId="47"/>
        <pc:sldMkLst>
          <pc:docMk/>
          <pc:sldMk cId="0" sldId="359"/>
        </pc:sldMkLst>
      </pc:sldChg>
      <pc:sldChg chg="del">
        <pc:chgData name="정우 서" userId="85ff6ff5d4fe7c1e" providerId="LiveId" clId="{DD2B2293-DBD0-4001-B839-C4D1AC066E0F}" dt="2025-12-18T02:00:19.235" v="4256" actId="47"/>
        <pc:sldMkLst>
          <pc:docMk/>
          <pc:sldMk cId="0" sldId="361"/>
        </pc:sldMkLst>
      </pc:sldChg>
      <pc:sldChg chg="del">
        <pc:chgData name="정우 서" userId="85ff6ff5d4fe7c1e" providerId="LiveId" clId="{DD2B2293-DBD0-4001-B839-C4D1AC066E0F}" dt="2025-12-18T02:00:20.905" v="4259" actId="47"/>
        <pc:sldMkLst>
          <pc:docMk/>
          <pc:sldMk cId="0" sldId="364"/>
        </pc:sldMkLst>
      </pc:sldChg>
      <pc:sldChg chg="del">
        <pc:chgData name="정우 서" userId="85ff6ff5d4fe7c1e" providerId="LiveId" clId="{DD2B2293-DBD0-4001-B839-C4D1AC066E0F}" dt="2025-12-18T02:00:21.207" v="4260" actId="47"/>
        <pc:sldMkLst>
          <pc:docMk/>
          <pc:sldMk cId="0" sldId="365"/>
        </pc:sldMkLst>
      </pc:sldChg>
      <pc:sldChg chg="del">
        <pc:chgData name="정우 서" userId="85ff6ff5d4fe7c1e" providerId="LiveId" clId="{DD2B2293-DBD0-4001-B839-C4D1AC066E0F}" dt="2025-12-18T02:00:12.306" v="4232" actId="47"/>
        <pc:sldMkLst>
          <pc:docMk/>
          <pc:sldMk cId="0" sldId="368"/>
        </pc:sldMkLst>
      </pc:sldChg>
      <pc:sldChg chg="addSp delSp modSp mod ord">
        <pc:chgData name="정우 서" userId="85ff6ff5d4fe7c1e" providerId="LiveId" clId="{DD2B2293-DBD0-4001-B839-C4D1AC066E0F}" dt="2025-12-18T01:38:25.642" v="2942" actId="20577"/>
        <pc:sldMkLst>
          <pc:docMk/>
          <pc:sldMk cId="0" sldId="369"/>
        </pc:sldMkLst>
        <pc:spChg chg="add del">
          <ac:chgData name="정우 서" userId="85ff6ff5d4fe7c1e" providerId="LiveId" clId="{DD2B2293-DBD0-4001-B839-C4D1AC066E0F}" dt="2025-12-18T01:34:48.396" v="2683" actId="22"/>
          <ac:spMkLst>
            <pc:docMk/>
            <pc:sldMk cId="0" sldId="369"/>
            <ac:spMk id="3" creationId="{3705DD33-C078-CB98-CE65-92AB08B4BC76}"/>
          </ac:spMkLst>
        </pc:spChg>
        <pc:spChg chg="mod topLvl">
          <ac:chgData name="정우 서" userId="85ff6ff5d4fe7c1e" providerId="LiveId" clId="{DD2B2293-DBD0-4001-B839-C4D1AC066E0F}" dt="2025-12-18T01:35:49.692" v="2698" actId="1076"/>
          <ac:spMkLst>
            <pc:docMk/>
            <pc:sldMk cId="0" sldId="369"/>
            <ac:spMk id="6" creationId="{00000000-0000-0000-0000-000000000000}"/>
          </ac:spMkLst>
        </pc:spChg>
        <pc:spChg chg="mod topLvl">
          <ac:chgData name="정우 서" userId="85ff6ff5d4fe7c1e" providerId="LiveId" clId="{DD2B2293-DBD0-4001-B839-C4D1AC066E0F}" dt="2025-12-18T01:36:46.684" v="2710" actId="1076"/>
          <ac:spMkLst>
            <pc:docMk/>
            <pc:sldMk cId="0" sldId="369"/>
            <ac:spMk id="12" creationId="{00000000-0000-0000-0000-000000000000}"/>
          </ac:spMkLst>
        </pc:spChg>
        <pc:spChg chg="del mod topLvl">
          <ac:chgData name="정우 서" userId="85ff6ff5d4fe7c1e" providerId="LiveId" clId="{DD2B2293-DBD0-4001-B839-C4D1AC066E0F}" dt="2025-12-18T01:36:51.164" v="2713" actId="478"/>
          <ac:spMkLst>
            <pc:docMk/>
            <pc:sldMk cId="0" sldId="369"/>
            <ac:spMk id="13" creationId="{00000000-0000-0000-0000-000000000000}"/>
          </ac:spMkLst>
        </pc:spChg>
        <pc:spChg chg="del mod topLvl">
          <ac:chgData name="정우 서" userId="85ff6ff5d4fe7c1e" providerId="LiveId" clId="{DD2B2293-DBD0-4001-B839-C4D1AC066E0F}" dt="2025-12-18T01:36:50.230" v="2712" actId="478"/>
          <ac:spMkLst>
            <pc:docMk/>
            <pc:sldMk cId="0" sldId="369"/>
            <ac:spMk id="14" creationId="{00000000-0000-0000-0000-000000000000}"/>
          </ac:spMkLst>
        </pc:spChg>
        <pc:spChg chg="del mod topLvl">
          <ac:chgData name="정우 서" userId="85ff6ff5d4fe7c1e" providerId="LiveId" clId="{DD2B2293-DBD0-4001-B839-C4D1AC066E0F}" dt="2025-12-18T01:36:52.182" v="2714" actId="478"/>
          <ac:spMkLst>
            <pc:docMk/>
            <pc:sldMk cId="0" sldId="369"/>
            <ac:spMk id="15" creationId="{00000000-0000-0000-0000-000000000000}"/>
          </ac:spMkLst>
        </pc:spChg>
        <pc:grpChg chg="add del">
          <ac:chgData name="정우 서" userId="85ff6ff5d4fe7c1e" providerId="LiveId" clId="{DD2B2293-DBD0-4001-B839-C4D1AC066E0F}" dt="2025-12-18T01:35:34.476" v="2695" actId="165"/>
          <ac:grpSpMkLst>
            <pc:docMk/>
            <pc:sldMk cId="0" sldId="369"/>
            <ac:grpSpMk id="18" creationId="{00000000-0000-0000-0000-000000000000}"/>
          </ac:grpSpMkLst>
        </pc:grpChg>
        <pc:graphicFrameChg chg="mod modGraphic">
          <ac:chgData name="정우 서" userId="85ff6ff5d4fe7c1e" providerId="LiveId" clId="{DD2B2293-DBD0-4001-B839-C4D1AC066E0F}" dt="2025-12-18T01:38:25.642" v="2942" actId="20577"/>
          <ac:graphicFrameMkLst>
            <pc:docMk/>
            <pc:sldMk cId="0" sldId="369"/>
            <ac:graphicFrameMk id="5" creationId="{00000000-0000-0000-0000-000000000000}"/>
          </ac:graphicFrameMkLst>
        </pc:graphicFrameChg>
        <pc:picChg chg="add del mod ord">
          <ac:chgData name="정우 서" userId="85ff6ff5d4fe7c1e" providerId="LiveId" clId="{DD2B2293-DBD0-4001-B839-C4D1AC066E0F}" dt="2025-12-18T01:36:42.540" v="2709" actId="478"/>
          <ac:picMkLst>
            <pc:docMk/>
            <pc:sldMk cId="0" sldId="369"/>
            <ac:picMk id="7" creationId="{5F8126A2-666C-2A91-67FE-AFB4F282EE9E}"/>
          </ac:picMkLst>
        </pc:picChg>
        <pc:picChg chg="add mod ord">
          <ac:chgData name="정우 서" userId="85ff6ff5d4fe7c1e" providerId="LiveId" clId="{DD2B2293-DBD0-4001-B839-C4D1AC066E0F}" dt="2025-12-18T01:36:41.126" v="2708" actId="14100"/>
          <ac:picMkLst>
            <pc:docMk/>
            <pc:sldMk cId="0" sldId="369"/>
            <ac:picMk id="9" creationId="{7D4D96D9-A5C8-7DA6-2080-2406EB354C94}"/>
          </ac:picMkLst>
        </pc:picChg>
        <pc:picChg chg="del mod topLvl">
          <ac:chgData name="정우 서" userId="85ff6ff5d4fe7c1e" providerId="LiveId" clId="{DD2B2293-DBD0-4001-B839-C4D1AC066E0F}" dt="2025-12-18T01:35:45.047" v="2697" actId="478"/>
          <ac:picMkLst>
            <pc:docMk/>
            <pc:sldMk cId="0" sldId="369"/>
            <ac:picMk id="17" creationId="{00000000-0000-0000-0000-000000000000}"/>
          </ac:picMkLst>
        </pc:picChg>
      </pc:sldChg>
      <pc:sldChg chg="addSp delSp modSp add del mod ord">
        <pc:chgData name="정우 서" userId="85ff6ff5d4fe7c1e" providerId="LiveId" clId="{DD2B2293-DBD0-4001-B839-C4D1AC066E0F}" dt="2025-12-18T01:59:55.833" v="4224" actId="47"/>
        <pc:sldMkLst>
          <pc:docMk/>
          <pc:sldMk cId="0" sldId="373"/>
        </pc:sldMkLst>
        <pc:graphicFrameChg chg="mod modGraphic">
          <ac:chgData name="정우 서" userId="85ff6ff5d4fe7c1e" providerId="LiveId" clId="{DD2B2293-DBD0-4001-B839-C4D1AC066E0F}" dt="2025-12-18T01:48:56.282" v="3605" actId="1076"/>
          <ac:graphicFrameMkLst>
            <pc:docMk/>
            <pc:sldMk cId="0" sldId="373"/>
            <ac:graphicFrameMk id="5" creationId="{00000000-0000-0000-0000-000000000000}"/>
          </ac:graphicFrameMkLst>
        </pc:graphicFrameChg>
        <pc:picChg chg="add del mod">
          <ac:chgData name="정우 서" userId="85ff6ff5d4fe7c1e" providerId="LiveId" clId="{DD2B2293-DBD0-4001-B839-C4D1AC066E0F}" dt="2025-12-18T01:51:51.946" v="3716" actId="478"/>
          <ac:picMkLst>
            <pc:docMk/>
            <pc:sldMk cId="0" sldId="373"/>
            <ac:picMk id="3" creationId="{8E9EB6C6-836D-2C08-F743-8286A2428B8B}"/>
          </ac:picMkLst>
        </pc:picChg>
        <pc:picChg chg="add mod ord">
          <ac:chgData name="정우 서" userId="85ff6ff5d4fe7c1e" providerId="LiveId" clId="{DD2B2293-DBD0-4001-B839-C4D1AC066E0F}" dt="2025-12-18T01:51:50.859" v="3715" actId="171"/>
          <ac:picMkLst>
            <pc:docMk/>
            <pc:sldMk cId="0" sldId="373"/>
            <ac:picMk id="6" creationId="{BF381931-067C-FF29-8C88-12325C52F838}"/>
          </ac:picMkLst>
        </pc:picChg>
        <pc:picChg chg="del">
          <ac:chgData name="정우 서" userId="85ff6ff5d4fe7c1e" providerId="LiveId" clId="{DD2B2293-DBD0-4001-B839-C4D1AC066E0F}" dt="2025-12-18T01:45:50.887" v="3063" actId="478"/>
          <ac:picMkLst>
            <pc:docMk/>
            <pc:sldMk cId="0" sldId="373"/>
            <ac:picMk id="11" creationId="{00000000-0000-0000-0000-000000000000}"/>
          </ac:picMkLst>
        </pc:picChg>
      </pc:sldChg>
      <pc:sldChg chg="addSp delSp modSp mod ord">
        <pc:chgData name="정우 서" userId="85ff6ff5d4fe7c1e" providerId="LiveId" clId="{DD2B2293-DBD0-4001-B839-C4D1AC066E0F}" dt="2025-12-18T00:32:44.643" v="1412" actId="20577"/>
        <pc:sldMkLst>
          <pc:docMk/>
          <pc:sldMk cId="0" sldId="374"/>
        </pc:sldMkLst>
        <pc:spChg chg="mod">
          <ac:chgData name="정우 서" userId="85ff6ff5d4fe7c1e" providerId="LiveId" clId="{DD2B2293-DBD0-4001-B839-C4D1AC066E0F}" dt="2025-12-18T00:04:44.623" v="14" actId="1076"/>
          <ac:spMkLst>
            <pc:docMk/>
            <pc:sldMk cId="0" sldId="374"/>
            <ac:spMk id="6" creationId="{00000000-0000-0000-0000-000000000000}"/>
          </ac:spMkLst>
        </pc:spChg>
        <pc:spChg chg="mod">
          <ac:chgData name="정우 서" userId="85ff6ff5d4fe7c1e" providerId="LiveId" clId="{DD2B2293-DBD0-4001-B839-C4D1AC066E0F}" dt="2025-12-18T00:09:08.550" v="84" actId="1076"/>
          <ac:spMkLst>
            <pc:docMk/>
            <pc:sldMk cId="0" sldId="374"/>
            <ac:spMk id="7" creationId="{00000000-0000-0000-0000-000000000000}"/>
          </ac:spMkLst>
        </pc:spChg>
        <pc:spChg chg="mod">
          <ac:chgData name="정우 서" userId="85ff6ff5d4fe7c1e" providerId="LiveId" clId="{DD2B2293-DBD0-4001-B839-C4D1AC066E0F}" dt="2025-12-18T00:04:49.985" v="15" actId="1076"/>
          <ac:spMkLst>
            <pc:docMk/>
            <pc:sldMk cId="0" sldId="374"/>
            <ac:spMk id="8" creationId="{00000000-0000-0000-0000-000000000000}"/>
          </ac:spMkLst>
        </pc:spChg>
        <pc:spChg chg="mod">
          <ac:chgData name="정우 서" userId="85ff6ff5d4fe7c1e" providerId="LiveId" clId="{DD2B2293-DBD0-4001-B839-C4D1AC066E0F}" dt="2025-12-18T00:05:00.950" v="16" actId="1076"/>
          <ac:spMkLst>
            <pc:docMk/>
            <pc:sldMk cId="0" sldId="374"/>
            <ac:spMk id="9" creationId="{00000000-0000-0000-0000-000000000000}"/>
          </ac:spMkLst>
        </pc:spChg>
        <pc:spChg chg="add mod">
          <ac:chgData name="정우 서" userId="85ff6ff5d4fe7c1e" providerId="LiveId" clId="{DD2B2293-DBD0-4001-B839-C4D1AC066E0F}" dt="2025-12-18T00:05:06.652" v="18" actId="20577"/>
          <ac:spMkLst>
            <pc:docMk/>
            <pc:sldMk cId="0" sldId="374"/>
            <ac:spMk id="10" creationId="{DCB229F3-96FF-92FF-4A38-8D9CAA3F0F81}"/>
          </ac:spMkLst>
        </pc:spChg>
        <pc:graphicFrameChg chg="mod modGraphic">
          <ac:chgData name="정우 서" userId="85ff6ff5d4fe7c1e" providerId="LiveId" clId="{DD2B2293-DBD0-4001-B839-C4D1AC066E0F}" dt="2025-12-18T00:32:44.643" v="1412" actId="20577"/>
          <ac:graphicFrameMkLst>
            <pc:docMk/>
            <pc:sldMk cId="0" sldId="374"/>
            <ac:graphicFrameMk id="5" creationId="{00000000-0000-0000-0000-000000000000}"/>
          </ac:graphicFrameMkLst>
        </pc:graphicFrameChg>
        <pc:picChg chg="add del mod ord">
          <ac:chgData name="정우 서" userId="85ff6ff5d4fe7c1e" providerId="LiveId" clId="{DD2B2293-DBD0-4001-B839-C4D1AC066E0F}" dt="2025-12-18T00:08:33.532" v="77" actId="478"/>
          <ac:picMkLst>
            <pc:docMk/>
            <pc:sldMk cId="0" sldId="374"/>
            <ac:picMk id="3" creationId="{3E11D7EF-544B-B3D8-7190-FBE0A20D142D}"/>
          </ac:picMkLst>
        </pc:picChg>
        <pc:picChg chg="del">
          <ac:chgData name="정우 서" userId="85ff6ff5d4fe7c1e" providerId="LiveId" clId="{DD2B2293-DBD0-4001-B839-C4D1AC066E0F}" dt="2025-12-18T00:04:32.876" v="12" actId="478"/>
          <ac:picMkLst>
            <pc:docMk/>
            <pc:sldMk cId="0" sldId="374"/>
            <ac:picMk id="4" creationId="{00000000-0000-0000-0000-000000000000}"/>
          </ac:picMkLst>
        </pc:picChg>
        <pc:picChg chg="add mod ord">
          <ac:chgData name="정우 서" userId="85ff6ff5d4fe7c1e" providerId="LiveId" clId="{DD2B2293-DBD0-4001-B839-C4D1AC066E0F}" dt="2025-12-18T00:08:50.236" v="82" actId="1076"/>
          <ac:picMkLst>
            <pc:docMk/>
            <pc:sldMk cId="0" sldId="374"/>
            <ac:picMk id="12" creationId="{3B58E5B5-F63B-B98C-9265-24A7DB995A00}"/>
          </ac:picMkLst>
        </pc:picChg>
      </pc:sldChg>
      <pc:sldChg chg="del">
        <pc:chgData name="정우 서" userId="85ff6ff5d4fe7c1e" providerId="LiveId" clId="{DD2B2293-DBD0-4001-B839-C4D1AC066E0F}" dt="2025-12-18T02:00:19.513" v="4257" actId="47"/>
        <pc:sldMkLst>
          <pc:docMk/>
          <pc:sldMk cId="0" sldId="375"/>
        </pc:sldMkLst>
      </pc:sldChg>
      <pc:sldChg chg="del">
        <pc:chgData name="정우 서" userId="85ff6ff5d4fe7c1e" providerId="LiveId" clId="{DD2B2293-DBD0-4001-B839-C4D1AC066E0F}" dt="2025-12-18T02:00:19.800" v="4258" actId="47"/>
        <pc:sldMkLst>
          <pc:docMk/>
          <pc:sldMk cId="0" sldId="376"/>
        </pc:sldMkLst>
      </pc:sldChg>
      <pc:sldChg chg="addSp delSp modSp del mod ord">
        <pc:chgData name="정우 서" userId="85ff6ff5d4fe7c1e" providerId="LiveId" clId="{DD2B2293-DBD0-4001-B839-C4D1AC066E0F}" dt="2025-12-18T02:00:08.908" v="4226" actId="47"/>
        <pc:sldMkLst>
          <pc:docMk/>
          <pc:sldMk cId="0" sldId="377"/>
        </pc:sldMkLst>
        <pc:spChg chg="add mod">
          <ac:chgData name="정우 서" userId="85ff6ff5d4fe7c1e" providerId="LiveId" clId="{DD2B2293-DBD0-4001-B839-C4D1AC066E0F}" dt="2025-12-18T01:58:21.088" v="4078" actId="1076"/>
          <ac:spMkLst>
            <pc:docMk/>
            <pc:sldMk cId="0" sldId="377"/>
            <ac:spMk id="6" creationId="{71C6FE16-BBF6-0540-4B92-CD72D0B2B895}"/>
          </ac:spMkLst>
        </pc:spChg>
        <pc:grpChg chg="add mod">
          <ac:chgData name="정우 서" userId="85ff6ff5d4fe7c1e" providerId="LiveId" clId="{DD2B2293-DBD0-4001-B839-C4D1AC066E0F}" dt="2025-12-18T01:56:13.642" v="4008" actId="164"/>
          <ac:grpSpMkLst>
            <pc:docMk/>
            <pc:sldMk cId="0" sldId="377"/>
            <ac:grpSpMk id="4" creationId="{ACD2ED13-6188-9F5A-3A73-46F7B68CB0E2}"/>
          </ac:grpSpMkLst>
        </pc:grpChg>
        <pc:graphicFrameChg chg="mod modGraphic">
          <ac:chgData name="정우 서" userId="85ff6ff5d4fe7c1e" providerId="LiveId" clId="{DD2B2293-DBD0-4001-B839-C4D1AC066E0F}" dt="2025-12-18T01:59:03.924" v="4223" actId="207"/>
          <ac:graphicFrameMkLst>
            <pc:docMk/>
            <pc:sldMk cId="0" sldId="377"/>
            <ac:graphicFrameMk id="5" creationId="{00000000-0000-0000-0000-000000000000}"/>
          </ac:graphicFrameMkLst>
        </pc:graphicFrameChg>
        <pc:picChg chg="add mod modCrop">
          <ac:chgData name="정우 서" userId="85ff6ff5d4fe7c1e" providerId="LiveId" clId="{DD2B2293-DBD0-4001-B839-C4D1AC066E0F}" dt="2025-12-18T01:56:13.642" v="4008" actId="164"/>
          <ac:picMkLst>
            <pc:docMk/>
            <pc:sldMk cId="0" sldId="377"/>
            <ac:picMk id="3" creationId="{75787FC2-52D8-121C-9DDB-620C8F339B34}"/>
          </ac:picMkLst>
        </pc:picChg>
        <pc:picChg chg="add del mod">
          <ac:chgData name="정우 서" userId="85ff6ff5d4fe7c1e" providerId="LiveId" clId="{DD2B2293-DBD0-4001-B839-C4D1AC066E0F}" dt="2025-12-18T01:56:13.642" v="4008" actId="164"/>
          <ac:picMkLst>
            <pc:docMk/>
            <pc:sldMk cId="0" sldId="377"/>
            <ac:picMk id="12" creationId="{00000000-0000-0000-0000-000000000000}"/>
          </ac:picMkLst>
        </pc:picChg>
      </pc:sldChg>
      <pc:sldChg chg="del">
        <pc:chgData name="정우 서" userId="85ff6ff5d4fe7c1e" providerId="LiveId" clId="{DD2B2293-DBD0-4001-B839-C4D1AC066E0F}" dt="2025-12-18T02:00:14.488" v="4241" actId="47"/>
        <pc:sldMkLst>
          <pc:docMk/>
          <pc:sldMk cId="0" sldId="378"/>
        </pc:sldMkLst>
      </pc:sldChg>
      <pc:sldChg chg="addSp delSp modSp mod ord">
        <pc:chgData name="정우 서" userId="85ff6ff5d4fe7c1e" providerId="LiveId" clId="{DD2B2293-DBD0-4001-B839-C4D1AC066E0F}" dt="2025-12-18T00:31:28.508" v="1394" actId="20577"/>
        <pc:sldMkLst>
          <pc:docMk/>
          <pc:sldMk cId="3414177932" sldId="381"/>
        </pc:sldMkLst>
        <pc:spChg chg="mod">
          <ac:chgData name="정우 서" userId="85ff6ff5d4fe7c1e" providerId="LiveId" clId="{DD2B2293-DBD0-4001-B839-C4D1AC066E0F}" dt="2025-12-18T00:27:29.292" v="1073" actId="1076"/>
          <ac:spMkLst>
            <pc:docMk/>
            <pc:sldMk cId="3414177932" sldId="381"/>
            <ac:spMk id="6" creationId="{7C471C17-3C44-56EE-BE4E-7AB0EDA7C82B}"/>
          </ac:spMkLst>
        </pc:spChg>
        <pc:spChg chg="mod">
          <ac:chgData name="정우 서" userId="85ff6ff5d4fe7c1e" providerId="LiveId" clId="{DD2B2293-DBD0-4001-B839-C4D1AC066E0F}" dt="2025-12-18T00:27:36.300" v="1074" actId="1076"/>
          <ac:spMkLst>
            <pc:docMk/>
            <pc:sldMk cId="3414177932" sldId="381"/>
            <ac:spMk id="7" creationId="{7202FF8C-472C-47A1-2ACE-C07C6673901F}"/>
          </ac:spMkLst>
        </pc:spChg>
        <pc:graphicFrameChg chg="mod modGraphic">
          <ac:chgData name="정우 서" userId="85ff6ff5d4fe7c1e" providerId="LiveId" clId="{DD2B2293-DBD0-4001-B839-C4D1AC066E0F}" dt="2025-12-18T00:31:28.508" v="1394" actId="20577"/>
          <ac:graphicFrameMkLst>
            <pc:docMk/>
            <pc:sldMk cId="3414177932" sldId="381"/>
            <ac:graphicFrameMk id="5" creationId="{88807EAC-80BF-3492-B4E2-0F11070ED745}"/>
          </ac:graphicFrameMkLst>
        </pc:graphicFrameChg>
        <pc:picChg chg="del">
          <ac:chgData name="정우 서" userId="85ff6ff5d4fe7c1e" providerId="LiveId" clId="{DD2B2293-DBD0-4001-B839-C4D1AC066E0F}" dt="2025-12-18T00:25:16.455" v="1043" actId="478"/>
          <ac:picMkLst>
            <pc:docMk/>
            <pc:sldMk cId="3414177932" sldId="381"/>
            <ac:picMk id="2" creationId="{AD57BB6F-99F2-AB1E-E54B-35455E62DADE}"/>
          </ac:picMkLst>
        </pc:picChg>
        <pc:picChg chg="add del mod">
          <ac:chgData name="정우 서" userId="85ff6ff5d4fe7c1e" providerId="LiveId" clId="{DD2B2293-DBD0-4001-B839-C4D1AC066E0F}" dt="2025-12-18T00:24:43.964" v="1038" actId="478"/>
          <ac:picMkLst>
            <pc:docMk/>
            <pc:sldMk cId="3414177932" sldId="381"/>
            <ac:picMk id="4" creationId="{80252A07-58FA-39C7-4250-02F12B841E9F}"/>
          </ac:picMkLst>
        </pc:picChg>
        <pc:picChg chg="add del mod ord">
          <ac:chgData name="정우 서" userId="85ff6ff5d4fe7c1e" providerId="LiveId" clId="{DD2B2293-DBD0-4001-B839-C4D1AC066E0F}" dt="2025-12-18T00:27:08.313" v="1066" actId="478"/>
          <ac:picMkLst>
            <pc:docMk/>
            <pc:sldMk cId="3414177932" sldId="381"/>
            <ac:picMk id="9" creationId="{C386CD01-DCFF-9415-1E5A-9D8A07C9A9AF}"/>
          </ac:picMkLst>
        </pc:picChg>
        <pc:picChg chg="add mod ord">
          <ac:chgData name="정우 서" userId="85ff6ff5d4fe7c1e" providerId="LiveId" clId="{DD2B2293-DBD0-4001-B839-C4D1AC066E0F}" dt="2025-12-18T00:27:26.119" v="1072" actId="1076"/>
          <ac:picMkLst>
            <pc:docMk/>
            <pc:sldMk cId="3414177932" sldId="381"/>
            <ac:picMk id="11" creationId="{8A878E05-55BA-32A0-DC72-E0D2DECE406F}"/>
          </ac:picMkLst>
        </pc:picChg>
      </pc:sldChg>
      <pc:sldChg chg="addSp delSp modSp mod">
        <pc:chgData name="정우 서" userId="85ff6ff5d4fe7c1e" providerId="LiveId" clId="{DD2B2293-DBD0-4001-B839-C4D1AC066E0F}" dt="2025-12-18T00:40:01.884" v="1466" actId="20577"/>
        <pc:sldMkLst>
          <pc:docMk/>
          <pc:sldMk cId="3147059479" sldId="382"/>
        </pc:sldMkLst>
        <pc:graphicFrameChg chg="mod modGraphic">
          <ac:chgData name="정우 서" userId="85ff6ff5d4fe7c1e" providerId="LiveId" clId="{DD2B2293-DBD0-4001-B839-C4D1AC066E0F}" dt="2025-12-18T00:40:01.884" v="1466" actId="20577"/>
          <ac:graphicFrameMkLst>
            <pc:docMk/>
            <pc:sldMk cId="3147059479" sldId="382"/>
            <ac:graphicFrameMk id="5" creationId="{999A5BC8-AFE1-EEDF-436C-0B7CAE12AD2D}"/>
          </ac:graphicFrameMkLst>
        </pc:graphicFrameChg>
        <pc:picChg chg="add del">
          <ac:chgData name="정우 서" userId="85ff6ff5d4fe7c1e" providerId="LiveId" clId="{DD2B2293-DBD0-4001-B839-C4D1AC066E0F}" dt="2025-12-18T00:37:25.671" v="1441" actId="478"/>
          <ac:picMkLst>
            <pc:docMk/>
            <pc:sldMk cId="3147059479" sldId="382"/>
            <ac:picMk id="2" creationId="{442EC1D8-A786-62CC-AF40-44445DCAA592}"/>
          </ac:picMkLst>
        </pc:picChg>
        <pc:picChg chg="add del mod ord">
          <ac:chgData name="정우 서" userId="85ff6ff5d4fe7c1e" providerId="LiveId" clId="{DD2B2293-DBD0-4001-B839-C4D1AC066E0F}" dt="2025-12-18T00:38:58.812" v="1453" actId="478"/>
          <ac:picMkLst>
            <pc:docMk/>
            <pc:sldMk cId="3147059479" sldId="382"/>
            <ac:picMk id="4" creationId="{B314F560-85B2-3C5C-377E-8797BF4EAE88}"/>
          </ac:picMkLst>
        </pc:picChg>
        <pc:picChg chg="add del mod">
          <ac:chgData name="정우 서" userId="85ff6ff5d4fe7c1e" providerId="LiveId" clId="{DD2B2293-DBD0-4001-B839-C4D1AC066E0F}" dt="2025-12-18T00:38:39.494" v="1445" actId="478"/>
          <ac:picMkLst>
            <pc:docMk/>
            <pc:sldMk cId="3147059479" sldId="382"/>
            <ac:picMk id="11" creationId="{6BC1BF20-B84F-879A-2529-98DD4317966B}"/>
          </ac:picMkLst>
        </pc:picChg>
        <pc:picChg chg="add mod ord">
          <ac:chgData name="정우 서" userId="85ff6ff5d4fe7c1e" providerId="LiveId" clId="{DD2B2293-DBD0-4001-B839-C4D1AC066E0F}" dt="2025-12-18T00:38:56.332" v="1452" actId="14100"/>
          <ac:picMkLst>
            <pc:docMk/>
            <pc:sldMk cId="3147059479" sldId="382"/>
            <ac:picMk id="13" creationId="{F0605A10-F7DC-DE52-050B-A667F1E526B9}"/>
          </ac:picMkLst>
        </pc:picChg>
      </pc:sldChg>
      <pc:sldChg chg="addSp delSp modSp mod">
        <pc:chgData name="정우 서" userId="85ff6ff5d4fe7c1e" providerId="LiveId" clId="{DD2B2293-DBD0-4001-B839-C4D1AC066E0F}" dt="2025-12-18T00:40:18.396" v="1475" actId="20577"/>
        <pc:sldMkLst>
          <pc:docMk/>
          <pc:sldMk cId="537456813" sldId="383"/>
        </pc:sldMkLst>
        <pc:spChg chg="mod">
          <ac:chgData name="정우 서" userId="85ff6ff5d4fe7c1e" providerId="LiveId" clId="{DD2B2293-DBD0-4001-B839-C4D1AC066E0F}" dt="2025-12-18T00:02:24.198" v="3" actId="1076"/>
          <ac:spMkLst>
            <pc:docMk/>
            <pc:sldMk cId="537456813" sldId="383"/>
            <ac:spMk id="6" creationId="{384B4538-5C45-F47C-284B-7919DCFDE135}"/>
          </ac:spMkLst>
        </pc:spChg>
        <pc:graphicFrameChg chg="modGraphic">
          <ac:chgData name="정우 서" userId="85ff6ff5d4fe7c1e" providerId="LiveId" clId="{DD2B2293-DBD0-4001-B839-C4D1AC066E0F}" dt="2025-12-18T00:40:18.396" v="1475" actId="20577"/>
          <ac:graphicFrameMkLst>
            <pc:docMk/>
            <pc:sldMk cId="537456813" sldId="383"/>
            <ac:graphicFrameMk id="5" creationId="{0B795FBD-48B7-3756-5D51-7884BAF0F0B3}"/>
          </ac:graphicFrameMkLst>
        </pc:graphicFrameChg>
        <pc:picChg chg="add mod ord">
          <ac:chgData name="정우 서" userId="85ff6ff5d4fe7c1e" providerId="LiveId" clId="{DD2B2293-DBD0-4001-B839-C4D1AC066E0F}" dt="2025-12-18T00:39:18.732" v="1460" actId="14100"/>
          <ac:picMkLst>
            <pc:docMk/>
            <pc:sldMk cId="537456813" sldId="383"/>
            <ac:picMk id="3" creationId="{8ED0CA21-F898-5BB4-F6CB-1F4D4588AB76}"/>
          </ac:picMkLst>
        </pc:picChg>
        <pc:picChg chg="del">
          <ac:chgData name="정우 서" userId="85ff6ff5d4fe7c1e" providerId="LiveId" clId="{DD2B2293-DBD0-4001-B839-C4D1AC066E0F}" dt="2025-12-18T00:39:20.422" v="1461" actId="478"/>
          <ac:picMkLst>
            <pc:docMk/>
            <pc:sldMk cId="537456813" sldId="383"/>
            <ac:picMk id="14" creationId="{4E3F0F6A-1DDD-4C24-E666-B9D7E25C5F07}"/>
          </ac:picMkLst>
        </pc:picChg>
      </pc:sldChg>
      <pc:sldChg chg="modSp mod ord">
        <pc:chgData name="정우 서" userId="85ff6ff5d4fe7c1e" providerId="LiveId" clId="{DD2B2293-DBD0-4001-B839-C4D1AC066E0F}" dt="2025-12-18T00:32:56.653" v="1416" actId="20577"/>
        <pc:sldMkLst>
          <pc:docMk/>
          <pc:sldMk cId="789802052" sldId="384"/>
        </pc:sldMkLst>
        <pc:graphicFrameChg chg="modGraphic">
          <ac:chgData name="정우 서" userId="85ff6ff5d4fe7c1e" providerId="LiveId" clId="{DD2B2293-DBD0-4001-B839-C4D1AC066E0F}" dt="2025-12-18T00:32:56.653" v="1416" actId="20577"/>
          <ac:graphicFrameMkLst>
            <pc:docMk/>
            <pc:sldMk cId="789802052" sldId="384"/>
            <ac:graphicFrameMk id="5" creationId="{70071702-21D8-DEA7-A75F-8F2712EEF646}"/>
          </ac:graphicFrameMkLst>
        </pc:graphicFrameChg>
      </pc:sldChg>
      <pc:sldChg chg="addSp delSp modSp add mod">
        <pc:chgData name="정우 서" userId="85ff6ff5d4fe7c1e" providerId="LiveId" clId="{DD2B2293-DBD0-4001-B839-C4D1AC066E0F}" dt="2025-12-18T00:33:13.078" v="1420" actId="20577"/>
        <pc:sldMkLst>
          <pc:docMk/>
          <pc:sldMk cId="1694235850" sldId="385"/>
        </pc:sldMkLst>
        <pc:spChg chg="mod">
          <ac:chgData name="정우 서" userId="85ff6ff5d4fe7c1e" providerId="LiveId" clId="{DD2B2293-DBD0-4001-B839-C4D1AC066E0F}" dt="2025-12-18T00:26:42.647" v="1061" actId="1076"/>
          <ac:spMkLst>
            <pc:docMk/>
            <pc:sldMk cId="1694235850" sldId="385"/>
            <ac:spMk id="7" creationId="{0A251B48-1492-CED9-176D-E6F1D468EA2A}"/>
          </ac:spMkLst>
        </pc:spChg>
        <pc:graphicFrameChg chg="modGraphic">
          <ac:chgData name="정우 서" userId="85ff6ff5d4fe7c1e" providerId="LiveId" clId="{DD2B2293-DBD0-4001-B839-C4D1AC066E0F}" dt="2025-12-18T00:33:13.078" v="1420" actId="20577"/>
          <ac:graphicFrameMkLst>
            <pc:docMk/>
            <pc:sldMk cId="1694235850" sldId="385"/>
            <ac:graphicFrameMk id="5" creationId="{ECB7B96B-ACD5-7CB9-C0D4-5FA8DD07215F}"/>
          </ac:graphicFrameMkLst>
        </pc:graphicFrameChg>
        <pc:picChg chg="del">
          <ac:chgData name="정우 서" userId="85ff6ff5d4fe7c1e" providerId="LiveId" clId="{DD2B2293-DBD0-4001-B839-C4D1AC066E0F}" dt="2025-12-18T00:26:24.278" v="1056" actId="478"/>
          <ac:picMkLst>
            <pc:docMk/>
            <pc:sldMk cId="1694235850" sldId="385"/>
            <ac:picMk id="2" creationId="{4E6F3BEF-9D53-1619-CF46-AFFEF6248209}"/>
          </ac:picMkLst>
        </pc:picChg>
        <pc:picChg chg="add mod ord">
          <ac:chgData name="정우 서" userId="85ff6ff5d4fe7c1e" providerId="LiveId" clId="{DD2B2293-DBD0-4001-B839-C4D1AC066E0F}" dt="2025-12-18T00:26:40.140" v="1060" actId="1076"/>
          <ac:picMkLst>
            <pc:docMk/>
            <pc:sldMk cId="1694235850" sldId="385"/>
            <ac:picMk id="3" creationId="{B4EE0FEC-B795-7696-610D-D16A893BB5F7}"/>
          </ac:picMkLst>
        </pc:picChg>
      </pc:sldChg>
      <pc:sldChg chg="addSp delSp modSp add mod">
        <pc:chgData name="정우 서" userId="85ff6ff5d4fe7c1e" providerId="LiveId" clId="{DD2B2293-DBD0-4001-B839-C4D1AC066E0F}" dt="2025-12-18T01:21:34.764" v="2289" actId="478"/>
        <pc:sldMkLst>
          <pc:docMk/>
          <pc:sldMk cId="700747134" sldId="386"/>
        </pc:sldMkLst>
        <pc:spChg chg="mod">
          <ac:chgData name="정우 서" userId="85ff6ff5d4fe7c1e" providerId="LiveId" clId="{DD2B2293-DBD0-4001-B839-C4D1AC066E0F}" dt="2025-12-18T01:16:35.752" v="2168" actId="1076"/>
          <ac:spMkLst>
            <pc:docMk/>
            <pc:sldMk cId="700747134" sldId="386"/>
            <ac:spMk id="6" creationId="{BB616405-6D0F-908B-0E79-DD491CD829EB}"/>
          </ac:spMkLst>
        </pc:spChg>
        <pc:spChg chg="del">
          <ac:chgData name="정우 서" userId="85ff6ff5d4fe7c1e" providerId="LiveId" clId="{DD2B2293-DBD0-4001-B839-C4D1AC066E0F}" dt="2025-12-18T01:11:01.388" v="1924" actId="478"/>
          <ac:spMkLst>
            <pc:docMk/>
            <pc:sldMk cId="700747134" sldId="386"/>
            <ac:spMk id="8" creationId="{16C75BD7-98F6-0929-6BEE-49B11A8F03DB}"/>
          </ac:spMkLst>
        </pc:spChg>
        <pc:spChg chg="del">
          <ac:chgData name="정우 서" userId="85ff6ff5d4fe7c1e" providerId="LiveId" clId="{DD2B2293-DBD0-4001-B839-C4D1AC066E0F}" dt="2025-12-18T01:11:07.047" v="1925" actId="478"/>
          <ac:spMkLst>
            <pc:docMk/>
            <pc:sldMk cId="700747134" sldId="386"/>
            <ac:spMk id="11" creationId="{44C635F0-5D7F-32C5-FE32-CFAFB208327E}"/>
          </ac:spMkLst>
        </pc:spChg>
        <pc:graphicFrameChg chg="mod modGraphic">
          <ac:chgData name="정우 서" userId="85ff6ff5d4fe7c1e" providerId="LiveId" clId="{DD2B2293-DBD0-4001-B839-C4D1AC066E0F}" dt="2025-12-18T01:18:18.652" v="2257"/>
          <ac:graphicFrameMkLst>
            <pc:docMk/>
            <pc:sldMk cId="700747134" sldId="386"/>
            <ac:graphicFrameMk id="5" creationId="{5B4BACC8-0731-F55A-F6BD-64C9AB230979}"/>
          </ac:graphicFrameMkLst>
        </pc:graphicFrameChg>
        <pc:picChg chg="add del mod ord">
          <ac:chgData name="정우 서" userId="85ff6ff5d4fe7c1e" providerId="LiveId" clId="{DD2B2293-DBD0-4001-B839-C4D1AC066E0F}" dt="2025-12-18T01:12:51.271" v="2082" actId="478"/>
          <ac:picMkLst>
            <pc:docMk/>
            <pc:sldMk cId="700747134" sldId="386"/>
            <ac:picMk id="3" creationId="{D4D20736-793E-8CCC-65FA-FA48767C9BB0}"/>
          </ac:picMkLst>
        </pc:picChg>
        <pc:picChg chg="add del mod ord">
          <ac:chgData name="정우 서" userId="85ff6ff5d4fe7c1e" providerId="LiveId" clId="{DD2B2293-DBD0-4001-B839-C4D1AC066E0F}" dt="2025-12-18T01:16:33.164" v="2167" actId="478"/>
          <ac:picMkLst>
            <pc:docMk/>
            <pc:sldMk cId="700747134" sldId="386"/>
            <ac:picMk id="9" creationId="{985B5279-CC9D-86C0-DE3F-B0AEB9609D42}"/>
          </ac:picMkLst>
        </pc:picChg>
        <pc:picChg chg="add mod ord">
          <ac:chgData name="정우 서" userId="85ff6ff5d4fe7c1e" providerId="LiveId" clId="{DD2B2293-DBD0-4001-B839-C4D1AC066E0F}" dt="2025-12-18T01:21:32.566" v="2288" actId="14100"/>
          <ac:picMkLst>
            <pc:docMk/>
            <pc:sldMk cId="700747134" sldId="386"/>
            <ac:picMk id="12" creationId="{0EF1FD8A-C21C-43E4-B24D-839AB8916B5F}"/>
          </ac:picMkLst>
        </pc:picChg>
        <pc:picChg chg="del">
          <ac:chgData name="정우 서" userId="85ff6ff5d4fe7c1e" providerId="LiveId" clId="{DD2B2293-DBD0-4001-B839-C4D1AC066E0F}" dt="2025-12-18T01:10:54.342" v="1922" actId="478"/>
          <ac:picMkLst>
            <pc:docMk/>
            <pc:sldMk cId="700747134" sldId="386"/>
            <ac:picMk id="15" creationId="{545DE109-B3B4-4579-1D92-2D8CE1948C26}"/>
          </ac:picMkLst>
        </pc:picChg>
        <pc:picChg chg="add del mod ord">
          <ac:chgData name="정우 서" userId="85ff6ff5d4fe7c1e" providerId="LiveId" clId="{DD2B2293-DBD0-4001-B839-C4D1AC066E0F}" dt="2025-12-18T01:21:34.764" v="2289" actId="478"/>
          <ac:picMkLst>
            <pc:docMk/>
            <pc:sldMk cId="700747134" sldId="386"/>
            <ac:picMk id="17" creationId="{EA37A92A-9986-3150-EC81-7A8E6680E20A}"/>
          </ac:picMkLst>
        </pc:picChg>
      </pc:sldChg>
      <pc:sldChg chg="addSp delSp modSp add mod">
        <pc:chgData name="정우 서" userId="85ff6ff5d4fe7c1e" providerId="LiveId" clId="{DD2B2293-DBD0-4001-B839-C4D1AC066E0F}" dt="2025-12-18T01:24:22.268" v="2679"/>
        <pc:sldMkLst>
          <pc:docMk/>
          <pc:sldMk cId="1736815587" sldId="387"/>
        </pc:sldMkLst>
        <pc:spChg chg="mod">
          <ac:chgData name="정우 서" userId="85ff6ff5d4fe7c1e" providerId="LiveId" clId="{DD2B2293-DBD0-4001-B839-C4D1AC066E0F}" dt="2025-12-18T01:22:32.678" v="2383" actId="1076"/>
          <ac:spMkLst>
            <pc:docMk/>
            <pc:sldMk cId="1736815587" sldId="387"/>
            <ac:spMk id="6" creationId="{64465013-B0D9-0FE5-A191-CB8C4A9BBFD8}"/>
          </ac:spMkLst>
        </pc:spChg>
        <pc:spChg chg="mod">
          <ac:chgData name="정우 서" userId="85ff6ff5d4fe7c1e" providerId="LiveId" clId="{DD2B2293-DBD0-4001-B839-C4D1AC066E0F}" dt="2025-12-18T01:22:50.140" v="2388" actId="1076"/>
          <ac:spMkLst>
            <pc:docMk/>
            <pc:sldMk cId="1736815587" sldId="387"/>
            <ac:spMk id="7" creationId="{8736FCA3-EFFD-DA80-E901-5107FDDFBC61}"/>
          </ac:spMkLst>
        </pc:spChg>
        <pc:graphicFrameChg chg="mod modGraphic">
          <ac:chgData name="정우 서" userId="85ff6ff5d4fe7c1e" providerId="LiveId" clId="{DD2B2293-DBD0-4001-B839-C4D1AC066E0F}" dt="2025-12-18T01:24:22.268" v="2679"/>
          <ac:graphicFrameMkLst>
            <pc:docMk/>
            <pc:sldMk cId="1736815587" sldId="387"/>
            <ac:graphicFrameMk id="5" creationId="{0047FA43-ED0E-03D6-2F41-3AF6E2EEE152}"/>
          </ac:graphicFrameMkLst>
        </pc:graphicFrameChg>
        <pc:picChg chg="add del mod ord">
          <ac:chgData name="정우 서" userId="85ff6ff5d4fe7c1e" providerId="LiveId" clId="{DD2B2293-DBD0-4001-B839-C4D1AC066E0F}" dt="2025-12-18T01:22:43.148" v="2387" actId="478"/>
          <ac:picMkLst>
            <pc:docMk/>
            <pc:sldMk cId="1736815587" sldId="387"/>
            <ac:picMk id="3" creationId="{CDD66298-1F16-8DEF-5D61-7245F126AAC3}"/>
          </ac:picMkLst>
        </pc:picChg>
        <pc:picChg chg="add del mod">
          <ac:chgData name="정우 서" userId="85ff6ff5d4fe7c1e" providerId="LiveId" clId="{DD2B2293-DBD0-4001-B839-C4D1AC066E0F}" dt="2025-12-18T01:22:10.534" v="2373" actId="478"/>
          <ac:picMkLst>
            <pc:docMk/>
            <pc:sldMk cId="1736815587" sldId="387"/>
            <ac:picMk id="8" creationId="{CA522539-600E-B82A-45C4-11B5D07A4ECE}"/>
          </ac:picMkLst>
        </pc:picChg>
        <pc:picChg chg="add mod ord">
          <ac:chgData name="정우 서" userId="85ff6ff5d4fe7c1e" providerId="LiveId" clId="{DD2B2293-DBD0-4001-B839-C4D1AC066E0F}" dt="2025-12-18T01:22:27.388" v="2381" actId="14100"/>
          <ac:picMkLst>
            <pc:docMk/>
            <pc:sldMk cId="1736815587" sldId="387"/>
            <ac:picMk id="10" creationId="{2AD07FEA-44FB-D41A-7B9E-463373C2F761}"/>
          </ac:picMkLst>
        </pc:picChg>
        <pc:picChg chg="del">
          <ac:chgData name="정우 서" userId="85ff6ff5d4fe7c1e" providerId="LiveId" clId="{DD2B2293-DBD0-4001-B839-C4D1AC066E0F}" dt="2025-12-18T01:22:29.686" v="2382" actId="478"/>
          <ac:picMkLst>
            <pc:docMk/>
            <pc:sldMk cId="1736815587" sldId="387"/>
            <ac:picMk id="17" creationId="{B4F683A7-5836-600E-68AE-23E19F33604A}"/>
          </ac:picMkLst>
        </pc:picChg>
      </pc:sldChg>
      <pc:sldChg chg="addSp delSp modSp add del mod ord">
        <pc:chgData name="정우 서" userId="85ff6ff5d4fe7c1e" providerId="LiveId" clId="{DD2B2293-DBD0-4001-B839-C4D1AC066E0F}" dt="2025-12-18T01:59:58.302" v="4225" actId="47"/>
        <pc:sldMkLst>
          <pc:docMk/>
          <pc:sldMk cId="1579484765" sldId="388"/>
        </pc:sldMkLst>
        <pc:graphicFrameChg chg="mod modGraphic">
          <ac:chgData name="정우 서" userId="85ff6ff5d4fe7c1e" providerId="LiveId" clId="{DD2B2293-DBD0-4001-B839-C4D1AC066E0F}" dt="2025-12-18T01:54:56.174" v="3996" actId="20577"/>
          <ac:graphicFrameMkLst>
            <pc:docMk/>
            <pc:sldMk cId="1579484765" sldId="388"/>
            <ac:graphicFrameMk id="5" creationId="{6966C400-CA08-3377-764F-3B55E728A8AC}"/>
          </ac:graphicFrameMkLst>
        </pc:graphicFrameChg>
        <pc:picChg chg="add mod ord modCrop">
          <ac:chgData name="정우 서" userId="85ff6ff5d4fe7c1e" providerId="LiveId" clId="{DD2B2293-DBD0-4001-B839-C4D1AC066E0F}" dt="2025-12-18T01:53:09.510" v="3732" actId="171"/>
          <ac:picMkLst>
            <pc:docMk/>
            <pc:sldMk cId="1579484765" sldId="388"/>
            <ac:picMk id="3" creationId="{52B0D369-DCFB-D31A-DE14-B258A88B5365}"/>
          </ac:picMkLst>
        </pc:picChg>
        <pc:picChg chg="del">
          <ac:chgData name="정우 서" userId="85ff6ff5d4fe7c1e" providerId="LiveId" clId="{DD2B2293-DBD0-4001-B839-C4D1AC066E0F}" dt="2025-12-18T01:53:10.880" v="3733" actId="478"/>
          <ac:picMkLst>
            <pc:docMk/>
            <pc:sldMk cId="1579484765" sldId="388"/>
            <ac:picMk id="12" creationId="{AE6CD7B6-74CB-502A-1AED-11B21160FD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898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747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0.</a:t>
            </a:r>
            <a:r>
              <a:rPr lang="ko-KR" altLang="en-US"/>
              <a:t> 메인페이지 만들기 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xd </a:t>
            </a:r>
            <a:r>
              <a:rPr lang="ko-KR" altLang="en-US"/>
              <a:t>에 있는 로그인화면처럼 만들어도 괜찮긴 할듯 </a:t>
            </a:r>
            <a:r>
              <a:rPr lang="en-US" altLang="ko-KR"/>
              <a:t>)</a:t>
            </a:r>
          </a:p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기관 선택할때</a:t>
            </a:r>
            <a:r>
              <a:rPr lang="en-US" altLang="ko-KR"/>
              <a:t>. </a:t>
            </a:r>
            <a:r>
              <a:rPr lang="ko-KR" altLang="en-US"/>
              <a:t>검색버튼으로 바꿔서 모달창에서 대구 중구 안에 있는 센터가 나오도록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404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23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D4EE-E189-1A19-24CC-4C08A43B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23D78-CB8F-51F3-B1F7-D3C9B1C371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F0429F-EA10-75F4-956E-92C21459C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37DF3-93E3-09A5-2743-2E75AA18B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003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334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72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889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70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17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632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483D5-B66F-E85F-2B51-1A183FB3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69689F-D470-95BB-081F-0F3EC0913D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70CED4-35C4-04FC-F3B8-B3F35DE90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555759-C599-5C58-85E4-6CD28B5AC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944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204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6317-596C-28CB-455C-7D81242A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B4E98B-2A17-C765-C049-9628593E75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3A820F-B2DC-010A-0002-F21DAD650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A1383-6F82-8772-C372-086B034DD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965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A6D7E-E1DA-F0E3-9B2E-FB5D4FEB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33A34-6681-A96A-64CF-A83C1599E9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81ED59-A13A-60DA-259D-9E6FD2778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933E6-26BA-827A-55BC-F577BD581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256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003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C3EC-5058-C301-8793-592FC63C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84782-4925-5CAD-A9D1-15BFB4E579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1EC425-7035-54D6-A182-9EB3413F1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A23BC-DFD1-766A-0619-533FECBB7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904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D8C2-F60F-9E7C-A7AD-462B020B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9BE8ED-B77E-7541-129A-8DAFFF9003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A1A558-B2B1-76AE-ED5F-04179D3A1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0A3CE-5EDB-526C-63D4-EE4695EA2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84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08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72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54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07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83E49-F337-D9DC-FDD4-396CB051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4F58E7-B11B-83E8-1559-574B95B142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8267BD-7026-EF7E-E8DA-623209F14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5DA70-D152-ACBC-B92C-31DB84E04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781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6B7DD-6132-23E4-A25C-890284C2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755D50-7216-6F05-CBEF-AA4F07BBF7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EE2AFA-55A8-6323-A148-6C13B5AC0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C8E88-D76B-EEB1-1A1E-60C77E6C1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64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763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9672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4849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4368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84457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456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0526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2650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28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857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4550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887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 lvl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46451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M-001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메인페이지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사이트에 들어오면 나오는 첫 페이지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프로그램에 대한 설명하는 텍스트가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버튼을 누르면 </a:t>
                      </a:r>
                      <a:r>
                        <a:rPr lang="en-US" altLang="ko-KR" sz="1000" dirty="0"/>
                        <a:t>U-002</a:t>
                      </a:r>
                      <a:r>
                        <a:rPr lang="ko-KR" altLang="en-US" sz="1000" dirty="0"/>
                        <a:t>로 이동한다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4D96D9-A5C8-7DA6-2080-2406EB354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1" y="1236278"/>
            <a:ext cx="8101838" cy="455492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64292" y="184733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2" name="직사각형 11"/>
          <p:cNvSpPr/>
          <p:nvPr/>
        </p:nvSpPr>
        <p:spPr>
          <a:xfrm>
            <a:off x="7473092" y="133645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버튼을 클릭하면 입력한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패스워드로 로그인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아이디가 존재하지 않거나 비밀번호가 맞지 않는 경우 각 상황에 맞는 알림이 팝업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 찾기 및 비밀번호 찾기 클릭 시 각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클릭 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해당 아이디 존재여부를 확인하고 존재한다면 비밀번호 일치여부까지 확인 후 로그인이 처리되며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UM-001(</a:t>
                      </a:r>
                      <a:r>
                        <a:rPr lang="ko-KR" altLang="en-US" sz="1000" dirty="0" err="1"/>
                        <a:t>메인페이지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버튼 클릭 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U-001 </a:t>
                      </a:r>
                      <a:r>
                        <a:rPr lang="ko-KR" altLang="en-US" sz="1000" dirty="0"/>
                        <a:t>로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250" t="21620" r="32750" b="28140"/>
          <a:stretch>
            <a:fillRect/>
          </a:stretch>
        </p:blipFill>
        <p:spPr>
          <a:xfrm>
            <a:off x="1625600" y="1568981"/>
            <a:ext cx="4958080" cy="368594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536013" y="15689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196413" y="3330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3242893" y="33130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4260746" y="331309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2186252" y="389221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0053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회원가입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사이트 이용자의 회원가입에 필요한 가입자의 정보(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아이디,비밀번호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, 이름, 이메일, 연락처, 주소, 기관)을 입력한다.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가입할 회원 유형을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클릭 시 색상이 변함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 입력 후 클릭 시 입력한 아이디가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존재하는지 확인 후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DB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없는 아이디라면 해당 아이디를 이후에 수정할 수 없도록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 입력 후 인증 버튼을 누르면 입력한 이메일이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존재하는지 확인 후 존재한다면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4-2. DB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없는 이메일이라면 해당 아이디를 이후에 수정할 수 없도록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 입력 후 인증버튼을 누르면 이름과 연락처가 맞는지 확인 후 인증문자를 발송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인증번호를 입력 후 확인버튼을 누르면 실패시에만 </a:t>
                      </a:r>
                      <a:r>
                        <a:rPr lang="en-US" altLang="ko-KR" sz="1000" dirty="0"/>
                        <a:t>U-001-1</a:t>
                      </a:r>
                      <a:r>
                        <a:rPr lang="ko-KR" altLang="en-US" sz="1000" dirty="0"/>
                        <a:t>이 </a:t>
                      </a:r>
                      <a:r>
                        <a:rPr lang="ko-KR" altLang="en-US" sz="1000" dirty="0" err="1"/>
                        <a:t>모달로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팝업된다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주소는 주소검색버튼을 누르면 별도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통해 주소를 검색하여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기관검색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버튼을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누르면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U-001-2가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팝업창으로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생성된다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누르면 정상적으로 입력이 모두 완료된 경우 회원가입이 완료되며 가입신청 목록에 추가됨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취소를 누르면 </a:t>
                      </a:r>
                      <a:r>
                        <a:rPr lang="en-US" altLang="ko-KR" sz="1000" dirty="0"/>
                        <a:t>U-002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이동함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871F55-C74D-EAB5-3A51-7BF111FF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03" y="1185617"/>
            <a:ext cx="4154610" cy="537576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46384" y="10910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9" name="직사각형 8"/>
          <p:cNvSpPr/>
          <p:nvPr/>
        </p:nvSpPr>
        <p:spPr>
          <a:xfrm>
            <a:off x="2493002" y="132421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5004769" y="197267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4995391" y="351932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994999" y="38800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5" name="직사각형 14"/>
          <p:cNvSpPr/>
          <p:nvPr/>
        </p:nvSpPr>
        <p:spPr>
          <a:xfrm>
            <a:off x="4975461" y="452218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8" name="직사각형 17"/>
          <p:cNvSpPr/>
          <p:nvPr/>
        </p:nvSpPr>
        <p:spPr>
          <a:xfrm>
            <a:off x="4986398" y="511136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9" name="직사각형 18"/>
          <p:cNvSpPr/>
          <p:nvPr/>
        </p:nvSpPr>
        <p:spPr>
          <a:xfrm>
            <a:off x="2582588" y="55337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182058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100055"/>
          <a:ext cx="11992920" cy="6634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5933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U-001-1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인증번호 불일치 모달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인증번호가 일치하지 않았을 경우 생성되는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확인버튼을 누르면 사라짐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명함, 스크린샷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150" t="18780" r="29520" b="22870"/>
          <a:stretch>
            <a:fillRect/>
          </a:stretch>
        </p:blipFill>
        <p:spPr>
          <a:xfrm>
            <a:off x="1774142" y="1428889"/>
            <a:ext cx="5039591" cy="400022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74142" y="133003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13" name="직사각형 12"/>
          <p:cNvSpPr/>
          <p:nvPr/>
        </p:nvSpPr>
        <p:spPr>
          <a:xfrm>
            <a:off x="3430222" y="428659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AA40-931A-CAF8-8668-2ACA0EB1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946A11F-221A-FFA3-73B1-AF5FC64F8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25880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U-001-2</a:t>
                      </a:r>
                      <a:endParaRPr lang="en-US" altLang="ko-KR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검색 페이지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기관 검색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검색할 기관의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시,군,구를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입력한 후 검색버튼을 누른다.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2. 해당 </a:t>
                      </a:r>
                      <a:r>
                        <a:rPr lang="ko-KR" altLang="en-US" sz="1000" err="1">
                          <a:solidFill>
                            <a:schemeClr val="tx1"/>
                          </a:solidFill>
                        </a:rPr>
                        <a:t>시,군,구를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기준으로 기관을 목록으로 출력하며 기관을 선택한다.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3. 확인을 누르면 U-001의 7번 input에 선택된 기관이 입력된다.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/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EB3C03-9ABC-8EB6-4374-52A30CBDE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011" y="649340"/>
            <a:ext cx="5229225" cy="59340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45F6409-69AF-D422-EB45-8A61A45414C2}"/>
              </a:ext>
            </a:extLst>
          </p:cNvPr>
          <p:cNvSpPr/>
          <p:nvPr/>
        </p:nvSpPr>
        <p:spPr>
          <a:xfrm>
            <a:off x="5169335" y="181557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735FFB-5BAC-3448-32F8-85A2E1989BF2}"/>
              </a:ext>
            </a:extLst>
          </p:cNvPr>
          <p:cNvSpPr/>
          <p:nvPr/>
        </p:nvSpPr>
        <p:spPr>
          <a:xfrm>
            <a:off x="2030805" y="23610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36438C-D9E8-1C02-F369-16CB2240E536}"/>
              </a:ext>
            </a:extLst>
          </p:cNvPr>
          <p:cNvSpPr/>
          <p:nvPr/>
        </p:nvSpPr>
        <p:spPr>
          <a:xfrm>
            <a:off x="2592935" y="535906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1000" b="1" dirty="0">
                <a:ea typeface="맑은 고딕"/>
              </a:rPr>
              <a:t>3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404628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찾기 페이지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이름과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 입력 후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U-003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스크린샷, 텍스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800" r="29750" b="23540"/>
          <a:stretch>
            <a:fillRect/>
          </a:stretch>
        </p:blipFill>
        <p:spPr>
          <a:xfrm>
            <a:off x="1351280" y="1270000"/>
            <a:ext cx="4968240" cy="395224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521533" y="21261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4797373" y="271546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866973" y="409722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7918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찾기에 성공한 경우 표기되는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U-003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인증이 성공하면 찾은 아이디를 표시한다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2" descr="텍스트, 명함, 로고, 스크린샷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420" t="18620" r="29920" b="24110"/>
          <a:stretch>
            <a:fillRect/>
          </a:stretch>
        </p:blipFill>
        <p:spPr>
          <a:xfrm>
            <a:off x="1466909" y="1549623"/>
            <a:ext cx="4958080" cy="3925388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3047008" y="444201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24" name="직사각형 23"/>
          <p:cNvSpPr/>
          <p:nvPr/>
        </p:nvSpPr>
        <p:spPr>
          <a:xfrm>
            <a:off x="1377322" y="145076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연락처가 일치하지 않는 경우 인증이 진행되지 않으며 일치하는 경우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U-004-1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80" t="18650" r="29750" b="24080"/>
          <a:stretch>
            <a:fillRect/>
          </a:stretch>
        </p:blipFill>
        <p:spPr>
          <a:xfrm>
            <a:off x="1934321" y="1466306"/>
            <a:ext cx="4958080" cy="392538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4734" y="23936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6" name="직사각형 5"/>
          <p:cNvSpPr/>
          <p:nvPr/>
        </p:nvSpPr>
        <p:spPr>
          <a:xfrm>
            <a:off x="5339774" y="29219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0974" y="4324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r>
                        <a:rPr lang="en-US" altLang="ko-KR" sz="1000"/>
                        <a:t>-2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재설정할 비밀번호를 입력하고 비밀번호 확인에도 동일한 비밀번호를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 누르면 비밀번호와 비밀번호 확인의 값이 일치하면 변경이 완료되며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330" t="18800" r="30000" b="23930"/>
          <a:stretch>
            <a:fillRect/>
          </a:stretch>
        </p:blipFill>
        <p:spPr>
          <a:xfrm>
            <a:off x="1666240" y="1361440"/>
            <a:ext cx="4958080" cy="392538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4734" y="25764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204320" y="42325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페이지와 모달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가입승인이 아직 미처리된 경우 출력되는 페이지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로그인페이지 버튼을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회원탈퇴버튼을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누르면 해당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예를 누르면 탈퇴처리가 되며 계정이 삭제되며 아니오를 누르면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5330" t="6640" r="2500" b="22900"/>
          <a:stretch>
            <a:fillRect/>
          </a:stretch>
        </p:blipFill>
        <p:spPr>
          <a:xfrm>
            <a:off x="213360" y="1869440"/>
            <a:ext cx="8400282" cy="361042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3773" y="17705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76653" y="4473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939946" y="44731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5693306" y="19682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5878039" y="37869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32883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지원신청현황페이지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지원신청을 누르면 나오는 지원신청 현황페이지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보호자의 지원자에 대한 지원신청 현황에 대한 정보를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현황만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마이페이지를 누르면 </a:t>
                      </a:r>
                      <a:r>
                        <a:rPr lang="en-US" altLang="ko-KR" sz="1000" dirty="0"/>
                        <a:t>UM-002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로그아웃을 누르면 로그아웃이 되며 </a:t>
                      </a:r>
                      <a:r>
                        <a:rPr lang="en-US" altLang="ko-KR" sz="1000" dirty="0"/>
                        <a:t>U-002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 등록을 누르면 </a:t>
                      </a:r>
                      <a:r>
                        <a:rPr lang="en-US" altLang="ko-KR" sz="1000" dirty="0"/>
                        <a:t>UM-002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748D70-F39C-D89A-9CAD-C2956920D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58" y="1036320"/>
            <a:ext cx="8371817" cy="524861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69934" y="172579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6955214" y="1387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7538325" y="17257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E5AB-F091-B213-06C1-14BC552F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8807EAC-80BF-3492-B4E2-0F11070E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88340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마이페이지 내 정보 보기 페이지</a:t>
                      </a:r>
                      <a:r>
                        <a:rPr lang="en-US" alt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로그인한 계정의 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. 수정버튼을 누르면 </a:t>
                      </a:r>
                      <a:r>
                        <a:rPr lang="en-US" altLang="ko-KR" sz="1000" dirty="0"/>
                        <a:t>UM-002-2</a:t>
                      </a:r>
                      <a:r>
                        <a:rPr lang="ko-KR" altLang="en-US" sz="1000" dirty="0" err="1"/>
                        <a:t>모달이</a:t>
                      </a:r>
                      <a:r>
                        <a:rPr lang="ko-KR" altLang="en-US" sz="1000" dirty="0"/>
                        <a:t> 나타난다</a:t>
                      </a:r>
                      <a:r>
                        <a:rPr lang="en-US" altLang="ko-KR" sz="1000" dirty="0"/>
                        <a:t>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탈퇴버튼을 누르면 회원탈퇴가 이루어진다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878E05-55BA-32A0-DC72-E0D2DECE4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8" y="1083366"/>
            <a:ext cx="8259635" cy="517828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C471C17-3C44-56EE-BE4E-7AB0EDA7C82B}"/>
              </a:ext>
            </a:extLst>
          </p:cNvPr>
          <p:cNvSpPr/>
          <p:nvPr/>
        </p:nvSpPr>
        <p:spPr>
          <a:xfrm>
            <a:off x="2382568" y="209196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02FF8C-472C-47A1-2ACE-C07C6673901F}"/>
              </a:ext>
            </a:extLst>
          </p:cNvPr>
          <p:cNvSpPr/>
          <p:nvPr/>
        </p:nvSpPr>
        <p:spPr>
          <a:xfrm>
            <a:off x="7026230" y="54403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414177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63483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UM-002-1-1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마이페이지</a:t>
                      </a: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회원정보 수정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URQ-0002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마이페이지에서 내 정보회원 정보 수정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/>
                        <a:t>1-1. </a:t>
                      </a:r>
                      <a:r>
                        <a:rPr lang="ko-KR" altLang="en-US" sz="1000" dirty="0"/>
                        <a:t>회원정보 수정을 할 수 있는 </a:t>
                      </a:r>
                      <a:r>
                        <a:rPr lang="ko-KR" altLang="en-US" sz="1000" dirty="0" err="1"/>
                        <a:t>모달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수정할 회원의 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채워진 상태로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나타나며 수정이 불가능한 요소는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연락처는 수정시에 인증버튼을 누르면 인증문자를 받을 수 있으며 아래 인증번호를 입력 후 확인을 누르면 일치하지 않는 경우에 </a:t>
                      </a:r>
                      <a:r>
                        <a:rPr lang="en-US" altLang="ko-KR" sz="1000" dirty="0"/>
                        <a:t>U-001-1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모달이</a:t>
                      </a:r>
                      <a:r>
                        <a:rPr lang="ko-KR" altLang="en-US" sz="1000" dirty="0"/>
                        <a:t> 나타나고 일치하면 </a:t>
                      </a:r>
                      <a:r>
                        <a:rPr lang="en-US" altLang="ko-KR" sz="1000" dirty="0"/>
                        <a:t>input</a:t>
                      </a:r>
                      <a:r>
                        <a:rPr lang="ko-KR" altLang="en-US" sz="1000" dirty="0"/>
                        <a:t>이 </a:t>
                      </a:r>
                      <a:r>
                        <a:rPr lang="en-US" altLang="ko-KR" sz="1000" dirty="0"/>
                        <a:t>disabled </a:t>
                      </a:r>
                      <a:r>
                        <a:rPr lang="ko-KR" altLang="en-US" sz="1000" dirty="0"/>
                        <a:t>처리된다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주소검색 버튼을 누르면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UM-002-1-2</a:t>
                      </a:r>
                      <a:r>
                        <a:rPr lang="ko-KR" altLang="en-US" sz="1000" dirty="0"/>
                        <a:t>가 </a:t>
                      </a:r>
                      <a:r>
                        <a:rPr lang="ko-KR" altLang="en-US" sz="1000" dirty="0" err="1"/>
                        <a:t>팝업된다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수정사항 모두 입력 후 수정버튼 누르면 수정된 정보로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반영된다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취소버튼을 누르면 수정되지 않으며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58E5B5-F63B-B98C-9265-24A7DB995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585" y="831121"/>
            <a:ext cx="4710789" cy="573739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46619" y="91984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/>
          <p:cNvSpPr/>
          <p:nvPr/>
        </p:nvSpPr>
        <p:spPr>
          <a:xfrm>
            <a:off x="5093865" y="392126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/>
          <p:cNvSpPr/>
          <p:nvPr/>
        </p:nvSpPr>
        <p:spPr>
          <a:xfrm>
            <a:off x="5183453" y="449616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5183452" y="524489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B229F3-96FF-92FF-4A38-8D9CAA3F0F81}"/>
              </a:ext>
            </a:extLst>
          </p:cNvPr>
          <p:cNvSpPr/>
          <p:nvPr/>
        </p:nvSpPr>
        <p:spPr>
          <a:xfrm>
            <a:off x="2678792" y="566233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25B8-1675-1445-C6B4-AA9FD375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70071702-21D8-DEA7-A75F-8F2712EEF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4609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UM-002-1-2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주소검색api 팝업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/>
                      <a:r>
                        <a:rPr lang="ko-KR" altLang="en-US" sz="1000"/>
                        <a:t>주소등록을 위한 주소검색api 팝업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검색할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주소를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입력한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뒤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돋보기버튼을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누르거나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enter를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누른다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입력한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주소를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기반으로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검색한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결과를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목록으로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표기하며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원하는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주소를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클릭하면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팝업을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발생시킨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요소의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inpubox에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주소를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채워넣는다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16B122-6F7C-836D-AE0A-F51B28F0A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" r="202" b="204"/>
          <a:stretch>
            <a:fillRect/>
          </a:stretch>
        </p:blipFill>
        <p:spPr>
          <a:xfrm>
            <a:off x="2245336" y="1023694"/>
            <a:ext cx="4780402" cy="47813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A6CA65B-9CF0-CE97-76CF-52463BE71C94}"/>
              </a:ext>
            </a:extLst>
          </p:cNvPr>
          <p:cNvSpPr/>
          <p:nvPr/>
        </p:nvSpPr>
        <p:spPr>
          <a:xfrm>
            <a:off x="2153429" y="102008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F42DEF-A19E-5EE3-6A8B-C7638376BDC1}"/>
              </a:ext>
            </a:extLst>
          </p:cNvPr>
          <p:cNvSpPr/>
          <p:nvPr/>
        </p:nvSpPr>
        <p:spPr>
          <a:xfrm>
            <a:off x="2250648" y="234156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789802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050D-858F-AEF5-09CD-8BC8CE9D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CB7B96B-ACD5-7CB9-C0D4-5FA8DD072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57882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지원자 목록페이지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지원자 목록페이지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로그인한 회원이 등록한 지원자의 목록을 출력하며 목록에서 지원자를 누르면 UM-002-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2. 지원자 등록버튼을 누르면 UM-002-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이동한다.</a:t>
                      </a:r>
                    </a:p>
                    <a:p>
                      <a:pPr lvl="0"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EE0FEC-B795-7696-610D-D16A893BB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2" y="1172817"/>
            <a:ext cx="8148662" cy="51087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326EA6A-748D-570F-644E-126A0F62261B}"/>
              </a:ext>
            </a:extLst>
          </p:cNvPr>
          <p:cNvSpPr/>
          <p:nvPr/>
        </p:nvSpPr>
        <p:spPr>
          <a:xfrm>
            <a:off x="2283177" y="25385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251B48-1492-CED9-176D-E6F1D468EA2A}"/>
              </a:ext>
            </a:extLst>
          </p:cNvPr>
          <p:cNvSpPr/>
          <p:nvPr/>
        </p:nvSpPr>
        <p:spPr>
          <a:xfrm>
            <a:off x="7234952" y="224991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694235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72392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상세페이지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지원자상세페이지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 UM-002-2에서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클릭한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지원자의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이름,생년월일,성별,주소,장애유형,등록일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)을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수정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버튼을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누르면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UM-002-5로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이동하며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삭제버튼을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누르면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지원자의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정보를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삭제한다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E7D8D8-3F2B-502A-AC53-7C8F70AE4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14" y="1110344"/>
            <a:ext cx="8150086" cy="513219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234470" y="206603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/>
          <p:cNvSpPr/>
          <p:nvPr/>
        </p:nvSpPr>
        <p:spPr>
          <a:xfrm>
            <a:off x="6942112" y="51389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2CAA-E313-84D3-CBB8-6BC9FD9E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99A5BC8-AFE1-EEDF-436C-0B7CAE12A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55127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등록할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지원자의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이름,생년월일,성별,주소,장애유형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)를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주소는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우편번호찾기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버튼을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누르면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UM-002-1-2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팝업된다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3.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장애유형의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경우에는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기본적으로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장애인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복지법에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따른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15가지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유형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중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선택할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수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있으나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직접입력을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선택할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경우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inputbox가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새로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생성되어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직접입력할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 수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있다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lvl="0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등록버튼을 누르면 지원자 등록이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완료되어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UM-002-2로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이동하며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취소시에는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등록이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되지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않으며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UM-002-2로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605A10-F7DC-DE52-050B-A667F1E52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94" y="1044776"/>
            <a:ext cx="8290701" cy="519776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5ACE7A0-C55F-E184-34D0-5941BDE218BF}"/>
              </a:ext>
            </a:extLst>
          </p:cNvPr>
          <p:cNvSpPr/>
          <p:nvPr/>
        </p:nvSpPr>
        <p:spPr>
          <a:xfrm>
            <a:off x="2283177" y="219666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63D632-4A83-47AB-E817-775D5DA23B2C}"/>
              </a:ext>
            </a:extLst>
          </p:cNvPr>
          <p:cNvSpPr/>
          <p:nvPr/>
        </p:nvSpPr>
        <p:spPr>
          <a:xfrm>
            <a:off x="4727148" y="341312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560722-3FA3-F967-4C25-D155BD2D41C8}"/>
              </a:ext>
            </a:extLst>
          </p:cNvPr>
          <p:cNvSpPr/>
          <p:nvPr/>
        </p:nvSpPr>
        <p:spPr>
          <a:xfrm>
            <a:off x="5146443" y="414425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D2E87D-373F-DE7C-9854-E9A0240D82C2}"/>
              </a:ext>
            </a:extLst>
          </p:cNvPr>
          <p:cNvSpPr/>
          <p:nvPr/>
        </p:nvSpPr>
        <p:spPr>
          <a:xfrm>
            <a:off x="7075492" y="511297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147059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5B50-1DAF-C67A-C945-ADD0E621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0B795FBD-48B7-3756-5D51-7884BAF0F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30004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UM-002-5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수정페이지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/>
                      <a:r>
                        <a:rPr lang="ko-KR" altLang="en-US" sz="1000"/>
                        <a:t>지원자의 정보를 수정하는 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UM-002-2에서 수정버튼을 누르면 해당 지원자의 기존정보(이름,생년월일, 성별, 주소, 장애유형, 등록일)을 모두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담은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상태로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직접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수정할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수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있는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input에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값으로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2.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주소는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우편번호찾기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버튼을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누르면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UM-002-1-2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팝업된다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.</a:t>
                      </a:r>
                      <a:endParaRPr lang="en-US" sz="10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0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3.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장애유형의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경우에는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기본적으로 장애인 복지법에 따른 15가지 유형 중 선택할 수 있으나 직접입력을 선택할 경우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inputbox가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새로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생성되어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직접입력할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수 </a:t>
                      </a:r>
                      <a:r>
                        <a:rPr lang="en-US" altLang="ko-KR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있다</a:t>
                      </a:r>
                      <a:r>
                        <a:rPr lang="en-US" altLang="ko-KR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.</a:t>
                      </a:r>
                    </a:p>
                    <a:p>
                      <a:pPr lvl="0">
                        <a:buNone/>
                      </a:pPr>
                      <a:endParaRPr lang="en-US" sz="10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4.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수정버튼을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누르면 지원자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수정이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완료되어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UM-002-2로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이동하며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취소시에는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ko-KR" alt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수정되지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않으며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UM-002-2로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이동한다</a:t>
                      </a:r>
                      <a:endParaRPr lang="en-US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D0CA21-F898-5BB4-F6CB-1F4D4588A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27" y="1103923"/>
            <a:ext cx="8253225" cy="517426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4B4538-5C45-F47C-284B-7919DCFDE135}"/>
              </a:ext>
            </a:extLst>
          </p:cNvPr>
          <p:cNvSpPr/>
          <p:nvPr/>
        </p:nvSpPr>
        <p:spPr>
          <a:xfrm>
            <a:off x="2168737" y="202360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21FD3B-9BC7-D5D0-07D0-7D02E065FEDE}"/>
              </a:ext>
            </a:extLst>
          </p:cNvPr>
          <p:cNvSpPr/>
          <p:nvPr/>
        </p:nvSpPr>
        <p:spPr>
          <a:xfrm>
            <a:off x="6993610" y="518136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8C7CB8-CAC8-9C37-3D69-32AC6751E6C8}"/>
              </a:ext>
            </a:extLst>
          </p:cNvPr>
          <p:cNvSpPr/>
          <p:nvPr/>
        </p:nvSpPr>
        <p:spPr>
          <a:xfrm>
            <a:off x="4639225" y="343266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B1B568-66B5-D2D6-77E4-43A59DAC0881}"/>
              </a:ext>
            </a:extLst>
          </p:cNvPr>
          <p:cNvSpPr/>
          <p:nvPr/>
        </p:nvSpPr>
        <p:spPr>
          <a:xfrm>
            <a:off x="3358674" y="42321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537456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3952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 신청할 지원자의 간략한 정보를 확인할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기존 등록된 지원자 중 선택할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조사지를 불러오며 신청자가 해당사항을 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아니오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중에서 체크할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 dirty="0"/>
                        <a:t>UM-002-1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출력되며 지원신청서가 기관관리자에게 전달되어 담당자 배정을 받을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임시저장을 누르면 입력된 값이 제출되지 않고 저장만 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3-3.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불러오기를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누르면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임시저장된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값을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불러와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지원신청서의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입력값을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채운다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AE7913-E6C1-DB77-85EE-543232E94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63" y="1035844"/>
            <a:ext cx="8311849" cy="520303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1214" y="17332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214" y="30133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165727" y="5451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작성완료 모달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확인을 누르면 해당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50949" y="1905281"/>
            <a:ext cx="4420216" cy="353426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02414" y="4384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제출한 지원신청서 내용을 조회할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 후 담당자 배정이 완료된 경우 상담신청 버튼이 생성되며 해당 버튼을 누르면 </a:t>
                      </a: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A0CC1B-8FCF-6E87-400C-662285A0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60" y="1095375"/>
            <a:ext cx="8283774" cy="522684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1374" y="25275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365082" y="555102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2950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UM-003-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상담신청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지원신청서를 기준으로 배정된 담당자에게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달력에서 담당자가 상담가능한 날짜를 구분하여 표기한다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선택한 날짜 기준 상담이 가능한 시간을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시간 단위로 표기한다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3. 1,2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선택이 모두 된 후 다음버튼을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UM-003-2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이미 예약된 상담에 대한 내용을 카드형식으로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 예약을 승인한 경우 확정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아니라면 미확정으로 표기한다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610A38-F259-CA3C-E038-D5B5C84B6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5" y="1451039"/>
            <a:ext cx="7863219" cy="44218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860071" y="2096975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/>
          <p:cNvSpPr/>
          <p:nvPr/>
        </p:nvSpPr>
        <p:spPr>
          <a:xfrm>
            <a:off x="3456419" y="4223942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/>
          <p:cNvSpPr/>
          <p:nvPr/>
        </p:nvSpPr>
        <p:spPr>
          <a:xfrm>
            <a:off x="515299" y="2404767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972E-4214-8A0A-C346-79EBE55A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B4BACC8-0731-F55A-F6BD-64C9AB230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2537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UM-003-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ko-KR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상담신청 확인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상담예약에 선택한 내용을 다시 확인하는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UM-003-1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선택한 정보를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신청하기 버튼을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UM-003-3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그림 11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F1FD8A-C21C-43E4-B24D-839AB8916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2" y="1457336"/>
            <a:ext cx="7863221" cy="44218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B616405-6D0F-908B-0E79-DD491CD829EB}"/>
              </a:ext>
            </a:extLst>
          </p:cNvPr>
          <p:cNvSpPr/>
          <p:nvPr/>
        </p:nvSpPr>
        <p:spPr>
          <a:xfrm>
            <a:off x="3381373" y="3113999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6837F5-B421-72EF-2A5B-01A96AC345A5}"/>
              </a:ext>
            </a:extLst>
          </p:cNvPr>
          <p:cNvSpPr/>
          <p:nvPr/>
        </p:nvSpPr>
        <p:spPr>
          <a:xfrm>
            <a:off x="3456419" y="4223942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700747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1127-C983-164E-2400-3BF5E1FB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0047FA43-ED0E-03D6-2F41-3AF6E2EEE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2393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UM-003-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ko-KR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상담신청 완료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상담신청이 완료된 후 간단한 안내를 표시하는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상담신청 완료와 함께 간단한 안내사항과 담당자의 연락처를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센터의 위치를 지도와 주소로 표기하며 센터의 연락처도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그림 9" descr="텍스트, 지도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D07FEA-44FB-D41A-7B9E-463373C2F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1" y="1457335"/>
            <a:ext cx="7863222" cy="457370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4465013-B0D9-0FE5-A191-CB8C4A9BBFD8}"/>
              </a:ext>
            </a:extLst>
          </p:cNvPr>
          <p:cNvSpPr/>
          <p:nvPr/>
        </p:nvSpPr>
        <p:spPr>
          <a:xfrm>
            <a:off x="3113016" y="2229416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6FCA3-EFFD-DA80-E901-5107FDDFBC61}"/>
              </a:ext>
            </a:extLst>
          </p:cNvPr>
          <p:cNvSpPr/>
          <p:nvPr/>
        </p:nvSpPr>
        <p:spPr>
          <a:xfrm>
            <a:off x="2233906" y="3263383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736815587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1896</Words>
  <Application>Microsoft Office PowerPoint</Application>
  <PresentationFormat>와이드스크린</PresentationFormat>
  <Paragraphs>672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맑은 고딕</vt:lpstr>
      <vt:lpstr>Arial</vt:lpstr>
      <vt:lpstr>Calibri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ㅇㄹㄴㅇㄹ</dc:title>
  <dc:creator>ByungHo</dc:creator>
  <cp:lastModifiedBy>정우 서</cp:lastModifiedBy>
  <cp:revision>244</cp:revision>
  <dcterms:created xsi:type="dcterms:W3CDTF">2022-03-17T06:40:34Z</dcterms:created>
  <dcterms:modified xsi:type="dcterms:W3CDTF">2025-12-18T02:46:22Z</dcterms:modified>
</cp:coreProperties>
</file>