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3" r:id="rId1"/>
  </p:sldMasterIdLst>
  <p:notesMasterIdLst>
    <p:notesMasterId r:id="rId2"/>
  </p:notesMasterIdLst>
  <p:sldIdLst>
    <p:sldId id="353" r:id="rId3"/>
    <p:sldId id="354" r:id="rId4"/>
    <p:sldId id="355" r:id="rId5"/>
    <p:sldId id="359" r:id="rId6"/>
    <p:sldId id="361" r:id="rId7"/>
    <p:sldId id="375" r:id="rId8"/>
    <p:sldId id="377" r:id="rId9"/>
    <p:sldId id="378" r:id="rId10"/>
    <p:sldId id="37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3" autoAdjust="0"/>
    <p:restoredTop sz="89768" autoAdjust="0"/>
  </p:normalViewPr>
  <p:slideViewPr>
    <p:cSldViewPr snapToGrid="0">
      <p:cViewPr varScale="1">
        <p:scale>
          <a:sx n="100" d="100"/>
          <a:sy n="100" d="100"/>
        </p:scale>
        <p:origin x="1458" y="282"/>
      </p:cViewPr>
      <p:guideLst>
        <p:guide orient="horz" pos="2156"/>
        <p:guide pos="38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176669B-97A9-4B46-89EC-CD5A079D3158}" type="datetime1">
              <a:rPr lang="ko-KR" altLang="en-US"/>
              <a:pPr lvl="0">
                <a:defRPr/>
              </a:pPr>
              <a:t>2025-12-18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FF523B0-649E-4BCC-BAB9-C797E5D00F1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버튼올리세요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검색고치세요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836686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386180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622892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129683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주황버튼은 수정 버튼이니까 확인만 가능하도록 바꾸세요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1729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영희에서 복사해서 쓰셈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51234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영희에서 복사해서 쓰셈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720545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영희에서 복사해서 쓰셈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99913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영희에서 복사해서 쓰셈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698329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37631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96723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84849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4368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84457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74562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0526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0265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8288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18570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4550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8873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기관명을 셀렉트 드롭 다운 선택을 통해 기관을 선택 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 입력 창에 기관명이나 주소 등을 입력하여 직접 검색도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선택삭제를 통해 원하고자는 하는 기관만 선택하여 삭제가능하다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운영여부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 종료된 기관은 삭제 시켜 데이터가 표시되는 데이터가 남지 않게하게 깔끔하게 정리한다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수정을 통해 기관의 운영을 종료시킨다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기관등록 버튼을 이용하여 초기 기관 등록을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2920" y="1286113"/>
            <a:ext cx="8142935" cy="46135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등록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/>
                        <a:t>Sdv-001</a:t>
                      </a:r>
                      <a:r>
                        <a:rPr lang="ko-KR" altLang="en-US" sz="1000"/>
                        <a:t>에 만들어둔 등록 버튼을 클릭하면 기관 등록 모달창이 발생한다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운영여부 기본값은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운영</a:t>
                      </a:r>
                      <a:r>
                        <a:rPr lang="en-US" altLang="ko-KR" sz="1000"/>
                        <a:t>’ </a:t>
                      </a:r>
                      <a:r>
                        <a:rPr lang="ko-KR" altLang="en-US" sz="1000"/>
                        <a:t>으로 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기관 운영 종료 시 운영여부를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종료</a:t>
                      </a:r>
                      <a:r>
                        <a:rPr lang="en-US" altLang="ko-KR" sz="1000"/>
                        <a:t>’</a:t>
                      </a:r>
                      <a:r>
                        <a:rPr lang="ko-KR" altLang="en-US" sz="1000"/>
                        <a:t>로 바꾼 후 등록한다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2497" y="1074557"/>
            <a:ext cx="8348762" cy="5048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기관관리자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관리자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상세검색에서 기관 셀렉트를 통해 기관을 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창을 통해 이름이나 아이디 등을 입력하여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승인검색을 통해 승인이거나 대기 중인 것을 골라서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이렇게하면 미승인된 것을 한번에 승인 가능하게 하기 위해서다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미승인된 기관 관리자를 사용 승인을 눌러 대기에서 승인 상태로 변경해준다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관리자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수정을 통해 관리자의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기관담당자도 똑같은 화면에서 일괄 사용승인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일괄 삭제가 가능하다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8863" y="1441173"/>
            <a:ext cx="8247503" cy="46823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담당자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담당자 등록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기관 관리자 등록 버튼을 누르면 기관 관리자 등록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등록에서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비밀번호를 적는다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비밀번호는 암호화되어 보이지 않게 처리한다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등록창과 수정창은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수정의 경우 비밀번호 이중확인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이 들어간다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124" y="1314991"/>
            <a:ext cx="8060057" cy="4614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 신청 현황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 신청 현황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기간을 선택하여 날짜 기간을 선택하여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 검색창에 지원자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 검색창에 담당자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 검색창에 보호자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단계를 선택하여 필요한 단계만 필터링한다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진행상황을 선택하여 필요한 단계만 골라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시스템관리자는 지원신청 현황을 한번에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7434" y="1387101"/>
            <a:ext cx="8268866" cy="46471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새 항목추가를 눌러 지원서 항목을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관리하기 버튼을 눌러 지원서 세부 항목으로 넘어간다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휴지통 버튼을 눌러 항목을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수정이력 버튼을 눌러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마지막 페이지에 상세 설명 하겠다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.)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저장 버튼을 눌러 항목을 저장한다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08020" y="1743245"/>
            <a:ext cx="6919025" cy="38631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항목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은  </a:t>
                      </a:r>
                      <a:r>
                        <a:rPr lang="en-US" altLang="ko-KR" sz="1000"/>
                        <a:t>Sdv-006</a:t>
                      </a:r>
                      <a:r>
                        <a:rPr lang="ko-KR" altLang="en-US" sz="1000"/>
                        <a:t>의 항목에서 관리하기를 눌러 들어오면 항목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[</a:t>
                      </a:r>
                      <a:r>
                        <a:rPr lang="ko-KR" altLang="en-US" sz="1000"/>
                        <a:t>지원사유</a:t>
                      </a:r>
                      <a:r>
                        <a:rPr lang="en-US" altLang="ko-KR" sz="1000"/>
                        <a:t>]</a:t>
                      </a:r>
                      <a:r>
                        <a:rPr lang="ko-KR" altLang="en-US" sz="1000"/>
                        <a:t> 관리라고 뜬다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lvl="0" latinLnBrk="1">
                        <a:defRPr/>
                      </a:pPr>
                      <a:r>
                        <a:rPr lang="en-US" altLang="ko-KR" sz="1000"/>
                        <a:t>2.</a:t>
                      </a:r>
                      <a:r>
                        <a:rPr lang="ko-KR" altLang="en-US" sz="1000"/>
                        <a:t> 지원사유는 조사지의 제목이다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lvl="0" latinLnBrk="1">
                        <a:defRPr/>
                      </a:pPr>
                      <a:r>
                        <a:rPr lang="en-US" altLang="ko-KR" sz="1000"/>
                        <a:t>3.</a:t>
                      </a:r>
                      <a:r>
                        <a:rPr lang="ko-KR" altLang="en-US" sz="1000"/>
                        <a:t> 연필 모양을 눌러 조사지의 제목 부분이 </a:t>
                      </a:r>
                      <a:r>
                        <a:rPr lang="en-US" altLang="ko-KR" sz="1000"/>
                        <a:t>input</a:t>
                      </a:r>
                      <a:r>
                        <a:rPr lang="ko-KR" altLang="en-US" sz="1000"/>
                        <a:t>창으로 바뀌면서 내용을 수정하고 등록 할 수 있다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lvl="0" latinLnBrk="1">
                        <a:defRPr/>
                      </a:pPr>
                      <a:r>
                        <a:rPr lang="en-US" altLang="ko-KR" sz="1000"/>
                        <a:t>4.</a:t>
                      </a:r>
                      <a:r>
                        <a:rPr lang="ko-KR" altLang="en-US" sz="1000"/>
                        <a:t> 새 세부항목을 추가 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lvl="0" latinLnBrk="1">
                        <a:defRPr/>
                      </a:pPr>
                      <a:r>
                        <a:rPr lang="en-US" altLang="ko-KR" sz="1000"/>
                        <a:t>5.</a:t>
                      </a:r>
                      <a:r>
                        <a:rPr lang="ko-KR" altLang="en-US" sz="1000"/>
                        <a:t> 편집 버튼을 눌러서 세부 항목에 대한 내용 등록 페이지로 넘어가게 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lvl="0" latinLnBrk="1">
                        <a:defRPr/>
                      </a:pPr>
                      <a:r>
                        <a:rPr lang="en-US" altLang="ko-KR" sz="1000"/>
                        <a:t>6.</a:t>
                      </a:r>
                      <a:r>
                        <a:rPr lang="ko-KR" altLang="en-US" sz="1000"/>
                        <a:t> 휴지통을 누르면 삭제한다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lvl="0" latinLnBrk="1">
                        <a:defRPr/>
                      </a:pPr>
                      <a:r>
                        <a:rPr lang="en-US" altLang="ko-KR" sz="1000"/>
                        <a:t>7.</a:t>
                      </a:r>
                      <a:r>
                        <a:rPr lang="ko-KR" altLang="en-US" sz="1000"/>
                        <a:t>  저장버튼을 눌러 저장한다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lvl="0" latinLnBrk="1">
                        <a:defRPr/>
                      </a:pPr>
                      <a:endParaRPr lang="en-US" altLang="ko-KR" sz="1000"/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0403" y="1540194"/>
            <a:ext cx="7774074" cy="435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8968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세부항목과 세부항목 설명에 제목과 설명을 적는다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등록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삭제 버튼을 눌러 세부항목 제목과 설명을 등록과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등록을 하고 난 뒤는 버튼이 수정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취소 변화게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질문지 내용이다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질문지 답변 유형은 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아니오로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편집 버튼을 눌러 질문지 수정을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휴지통을 누르면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질문 추가를 누르면 새로운 질문을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저장버튼을 눌러 전체 저장한다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2421" y="1461948"/>
            <a:ext cx="7552773" cy="425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41136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수정이력 버튼을 누르면 사이드바가 생성되면서 수정된 곳에 설명과 누가 수정했는지 변경된 숫자와 함께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9830" y="1434263"/>
            <a:ext cx="8144848" cy="458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7210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와이드스크린</ep:PresentationFormat>
  <ep:Paragraphs>0</ep:Paragraphs>
  <ep:Slides>9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2025-12-18T02:34:53.615</dcterms:modified>
  <cp:revision>166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