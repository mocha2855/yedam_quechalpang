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05" r:id="rId2"/>
    <p:sldId id="259" r:id="rId3"/>
    <p:sldId id="306" r:id="rId4"/>
    <p:sldId id="307" r:id="rId5"/>
    <p:sldId id="308" r:id="rId6"/>
    <p:sldId id="309" r:id="rId7"/>
    <p:sldId id="311" r:id="rId8"/>
    <p:sldId id="312" r:id="rId9"/>
    <p:sldId id="313" r:id="rId10"/>
    <p:sldId id="314" r:id="rId11"/>
    <p:sldId id="318" r:id="rId12"/>
    <p:sldId id="315" r:id="rId13"/>
    <p:sldId id="316" r:id="rId14"/>
    <p:sldId id="322" r:id="rId15"/>
    <p:sldId id="323" r:id="rId16"/>
    <p:sldId id="324" r:id="rId17"/>
    <p:sldId id="325" r:id="rId18"/>
    <p:sldId id="330" r:id="rId19"/>
    <p:sldId id="326" r:id="rId20"/>
    <p:sldId id="327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5" autoAdjust="0"/>
    <p:restoredTop sz="94690" autoAdjust="0"/>
  </p:normalViewPr>
  <p:slideViewPr>
    <p:cSldViewPr snapToGrid="0">
      <p:cViewPr varScale="1">
        <p:scale>
          <a:sx n="104" d="100"/>
          <a:sy n="104" d="100"/>
        </p:scale>
        <p:origin x="87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2176669B-97A9-4B46-89EC-CD5A079D315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FF523B0-649E-4BCC-BAB9-C797E5D00F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31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972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523B0-649E-4BCC-BAB9-C797E5D00F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956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092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239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262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444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565E1-8A5C-DB4B-0C6C-180958258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A2B562-2F17-0D04-B219-C7A6EBC8D6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0F4DE7-FBFD-F4F5-1077-CC03FE7E8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847FEE-5F90-4B9C-147A-400F3C763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005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D893-6D0E-7E45-E9B2-75FA5BCFF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F83D6-85F8-EE1B-88E5-6CEB20418C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2CE762-4895-A671-2752-2F8B12FFB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224752-6CC6-86DC-EDEF-32BFA352A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565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B7A1D-34B6-105B-E3B3-70139301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46F225-D78E-9356-41D4-C6492B2404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7D6095-A23E-3934-2BA8-70E7499B7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8C084-51F3-7532-B08B-BDF96FC77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605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2CC8C-58BD-EAAD-1310-03B3B4B2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A4906B-45BC-67EA-6995-CB5B3069CA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11CA03-D0A8-ECF1-7F51-1571B748E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9D30AB-868C-F79E-83F1-1E37DE550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033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A45BE-F011-76BC-357C-731C02AAE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6AA2EB-7836-3EAA-0C84-493BDD78F3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9655C7-2670-85F4-B309-243939FF6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ACF8E9-BCF1-3E01-9BF3-F134BDA89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608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5512-EBC5-9AB3-122D-A42124D51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74A40B-5546-8D6E-7876-6FEB66F42E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7ECBFA-E9B9-A1F7-BC21-1975940F3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575F88-BA18-AD4A-D8AF-B4C287686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719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D5870-642C-B8F9-6B77-E9D68CA99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D489D1-68C9-449D-F758-0C52A19A7E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A512BE-7DB9-E61E-932A-9125EE25C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DB8F00-11D7-CF2B-5B81-3AA7CC943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676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9280E-25AC-D817-AB2C-E24D3D07E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F27BC1-9BF8-6177-8B0A-33B5E56ED5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0255C2-C7BA-799E-6421-A87B27FC8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520F2F-1034-7E30-BB1C-50FCA74B4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520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A7EB-F196-DA88-FB20-E14CC7B89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0D39E7-833D-F7B1-26FF-0C341FB1A4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5FA89C-395D-8CED-1678-595F43333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857F31-DCBD-B425-EAA3-792A9DC45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330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E721B-48F0-4E40-3BFA-7750E7FE9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6B64BD-23BD-0C06-E197-6BA7D0779F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89F44-F753-F69C-2D39-0A090DCE0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9E4172-49F9-A593-E7D1-CF4BDEB98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631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3C187-366D-3F65-35C3-D35FEB64A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47B7FB-CEFA-299C-9C95-AB5426BB9B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F0E425-A8C7-C9DD-50A0-E3045F952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14B670-1AC1-11E0-C1F5-44E3A3DEC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660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2D404-0DF5-2023-1301-787070E8E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B0FB86-1D9F-6AF6-D4A0-B9D7365917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67F21C-661B-BB6B-1CAF-CC13C6BBF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4A8D61-CCDE-4441-51B1-2BA317CA0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3081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3C92C-4E8A-5A1F-6249-CEF3287D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448125-395E-8BBD-B339-B5589319BF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0D1D67-717B-5088-A104-7D76BDD1A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E62CCC-39D2-9EF3-29C6-F884F022B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825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87A72-ADC6-654A-AE10-90CA0CE8B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0D5004-80B8-B150-1646-DCFD4D3E23A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35102D-1C4E-9092-8F6B-C9C919E77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43D0D6-B413-5C68-30FD-D5BAE2C72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9FF523B0-649E-4BCC-BAB9-C797E5D00F1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964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774E7-377B-4684-ABD2-FF18547CF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505C45-075B-4ABD-8830-4A2C410DB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6CF88-FBD6-40BA-AA65-3BF14479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07BE1-053A-493A-A82F-FA13A9D5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D918B-FE23-4C25-8BB4-885E7725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41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B4188-9255-43BE-80C1-2C75ED1C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B1FCB-9342-4DCD-AD29-6882C2A49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6A791-C59E-4277-9779-9F355985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26ED2-44AB-4D45-AB73-99E4EB6E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88C3FF-A82F-4889-A5B9-8B1EBCD62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56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3657A-9E46-4765-9F36-AB7883842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35B003-1D2E-431B-BB3B-277AD7D4D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9098D2-3E3C-4DFD-8BED-98D0808A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E8ACE-09CE-405C-8B4B-596459B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FB5A6-11B7-405E-962B-0DA23DB6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489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31C60-C722-4798-AAC4-3D419F18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477236-5BB9-43F8-B65F-5BFDF7CA8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952598-AEFB-4C75-A66C-6EB670A1F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1EBF6B-D5A9-4A5E-BA30-B7967245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9EA337-F895-4649-A2EF-3B345F5A4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DA978C-BAEC-46F8-B84B-111024E1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54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4B0A4-DC72-4C20-AFC2-CD47E575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DDFA8-2759-4A24-A56B-B55811FE5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112F2-46E1-4B88-95A0-A1E90678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09226B-D1D7-4FD8-83AA-866E152D9F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A9F56B-BB65-4A98-834B-8F296E869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B743901-114C-4572-BA12-2FD114B10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9CEC6F-5DC3-4851-9647-1D17372D1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1EEE2F8-963D-4772-9FC5-6CE38CF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7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FC1F-DE60-462F-9CBF-A1638E31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1C87B3-9F7C-434A-8675-FA46A4BF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662E5C-D237-4D42-9E62-1D52B75F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878B8-EE02-409E-B746-824FC74FF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07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CF4172-419C-4EDB-A00B-D3E4A6EDB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DEC190-7DFF-423A-99D5-89534BCB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79826C-4835-4824-8FC5-A3D89455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21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B5F8-BD7C-4042-B192-FC8AD4BB4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E39B6-D53A-4CC1-86BD-DD6A7DB9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289D8-1CC5-450E-B91C-571EB092C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3C92C-E1B1-4D3B-8435-B92CE963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C18964-36DA-4808-ABBF-A19409BE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657FA3-B017-436A-9276-A76E182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7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35213-D618-44E9-972F-69CDFE30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D1BDF3-EDC0-472D-82E3-24DB62B3F6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66D22-3421-4315-B627-D231DE4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9A537-559A-42C9-BE00-57952C7F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D10122-1C3E-4AE6-A9A2-800805EE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D91D8-D632-4479-A24A-EA7C8C31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4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911B4-50AC-4A4E-842F-4326FA2B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0136CE-76CD-456C-9AE2-91FFA24C0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E0C09D-9A22-4D88-9AC8-1DAA0FFF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C71110-0023-4745-AA93-EE045342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DFBC9-99B9-4516-9269-0674F20F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6B95C6-23CB-4E21-906E-46CFC8957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D7E8F4-AB06-4F3E-854F-570A16820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19F86-F45B-4696-8E80-92F828A9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80D07-87CB-4CE3-BFDD-F4585515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32DAF6-FE90-4406-8FC1-56E1B7D2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31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latinLnBrk="0">
              <a:buFontTx/>
              <a:buNone/>
            </a:pPr>
            <a:r>
              <a:rPr>
                <a:latin typeface="맑은 고딕" charset="0"/>
                <a:ea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latinLnBrk="0"/>
            <a:r>
              <a:rPr>
                <a:latin typeface="맑은 고딕" charset="0"/>
                <a:ea typeface="맑은 고딕" charset="0"/>
              </a:rPr>
              <a:t>마스터 텍스트 스타일을 편집하려면 클릭</a:t>
            </a:r>
          </a:p>
          <a:p>
            <a:pPr marL="685800" indent="-228600" latinLnBrk="0"/>
            <a:r>
              <a:rPr>
                <a:latin typeface="맑은 고딕" charset="0"/>
                <a:ea typeface="맑은 고딕" charset="0"/>
              </a:rPr>
              <a:t>두 번째 수준</a:t>
            </a:r>
          </a:p>
          <a:p>
            <a:pPr marL="1143000" indent="-228600" latinLnBrk="0"/>
            <a:r>
              <a:rPr>
                <a:latin typeface="맑은 고딕" charset="0"/>
                <a:ea typeface="맑은 고딕" charset="0"/>
              </a:rPr>
              <a:t>세 번째 수준</a:t>
            </a:r>
          </a:p>
          <a:p>
            <a:pPr marL="1600200" indent="-228600" latinLnBrk="0"/>
            <a:r>
              <a:rPr>
                <a:latin typeface="맑은 고딕" charset="0"/>
                <a:ea typeface="맑은 고딕" charset="0"/>
              </a:rPr>
              <a:t>네 번째 수준</a:t>
            </a:r>
          </a:p>
          <a:p>
            <a:pPr marL="2057400" indent="-228600" latinLnBrk="0"/>
            <a:r>
              <a:rPr>
                <a:latin typeface="맑은 고딕" charset="0"/>
                <a:ea typeface="맑은 고딕" charset="0"/>
              </a:rPr>
              <a:t>다섯 번째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</a:rPr>
              <a:t>2025-12-17</a:t>
            </a:fld>
            <a:endParaRPr lang="ko-KR" altLang="en-US">
              <a:latin typeface="맑은 고딕" charset="0"/>
              <a:ea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</a:rPr>
              <a:t>‹#›</a:t>
            </a:fld>
            <a:endParaRPr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201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F77704-4182-4A60-91B5-164971ED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365546-44DB-41D9-907B-40B7F14E8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77A9B2-0845-4823-8DB4-55F8D956F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671E4-8F96-4428-B3BC-46A42220F4A3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555E0-A0E1-4F94-8065-7AFD9E4ED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A7E02-EB6C-4E29-AEEF-7CB63DD8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378B-83B2-4CFD-A8D2-2B4CE1DD44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431168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Dv-001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로그인 후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메인화면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담당 지원자에 대한 진행상황 등 여러가지 정보 확인 및 상세검색 가능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  <a:endParaRPr lang="en-US" altLang="ko-KR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메인버튼을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누르면 로그인 후 첫 화면으로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로그인 시 읽지 않은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알림내역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Dv-003]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마이페이지로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로그아웃하면서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홈으로 이동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 지원자들의 이름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보호자이름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각종 지원서에 대한 처리 단계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및 내용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보호자 작성한 신청서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내가 작성한 신청서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담당자가 작성한 신청서 목록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Dv-002]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보기 버튼을 누르면 해당 회원의 지원신청에서 지원신청서 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대기 단계에 따라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검토중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긴급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중점으로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가각의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해당 건수 표시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보기 버튼을 누르면 해당 회원의 지원신청에서 지원계획서 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보기 버튼을 누르면 해당 회원의 지원신청에서 상담내역 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보기 버튼을 누르면 해당 회원의 지원신청에서 지원결과서 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 현황의 사용자가 입력한 작성일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지원자명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보호자명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대기단계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진행상황에 따라 상세 검색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검색 버튼 누르면 입력한 내용에 해당하는 지원신청현황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지원신청현황이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개 초과시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페이지네이션으로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표시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7" name="그림 2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19622A-9AD2-8B49-3D64-41362DD49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82" y="748145"/>
            <a:ext cx="8343154" cy="578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78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999700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Dv-002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로그인 후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메인화면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내가 작성한 신청서에 대한 지원신청 현황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Font typeface="+mj-lt"/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Font typeface="+mj-lt"/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5C52B6-9BF3-8324-019F-837C1F39A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1" y="720436"/>
            <a:ext cx="8414058" cy="593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41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985786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로그인 후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메인화면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알림내역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표시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1AF6F3-1B81-1015-94E6-1A2D027D0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41" y="843186"/>
            <a:ext cx="4867954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09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854722"/>
              </p:ext>
            </p:extLst>
          </p:nvPr>
        </p:nvGraphicFramePr>
        <p:xfrm>
          <a:off x="91988" y="89472"/>
          <a:ext cx="11992920" cy="71668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상담내역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담당자와 지원자 간의 상담의 예약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및 예약 내역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상담일지 작성 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지원자에 대한 정보 표시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가지 버튼 누르면 해당 페이지로 이동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상담의 예약 내역 및 진행 상태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에 새로운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row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 추가되고 날짜 선택 및 시간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특이사항을 작성하고 진행상태 선택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상담예약날짜를 선택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지원자 또는 보호자와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담당자간의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전화를 통해 정한 상담 시간을 적을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 장소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방문방법에 대해 적을 수 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 전에는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 중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확정시 버튼 누르면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 확정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으로 변경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 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예약확정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버튼 누르면 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상담완료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로 변경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＂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상담추가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버튼 누르면 상담내용을 작성할 수 있는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table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생성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상담내용에 대해 적을 수 있는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입니다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작성하던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내용 임시저장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Dv-005]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작성하던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내용 삭제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Dv-005]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버튼 누르면 첨부할 파일 선택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재확인 후 저장 또는 삭제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Dv-005]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작성 완료 했던 내용 최신순으로 표시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재확인 후 저장 또는 삭제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Dv-005]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5238F7-9E7D-4FF5-E696-27083F907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39" y="732012"/>
            <a:ext cx="8383943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04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551882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상담내역 화면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모달창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수정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삭제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임시저장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취소 버튼에 대한 재확인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9F097C-5C20-29F8-F992-21ECFC2A5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79" y="667031"/>
            <a:ext cx="8335485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7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555652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지원서신청서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선택시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지원신청서 </a:t>
                      </a:r>
                      <a:r>
                        <a:rPr lang="ko-KR" altLang="en-US" sz="1000" dirty="0" err="1"/>
                        <a:t>작성및</a:t>
                      </a:r>
                      <a:r>
                        <a:rPr lang="ko-KR" altLang="en-US" sz="1000" dirty="0"/>
                        <a:t> 수정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지원자의 대기단계 선택하는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지원신청서가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아니요 선택가능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기관관리자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보호자의 수정이력을 확인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Dv-007]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지원신청서를 작성 또는 수정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작업시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저장 또는 취소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Dv-005]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계획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긴급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색상 변경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대기단계 선택 후 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승인요청 또는 취소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5D1459-DAD9-8891-761B-A01795BF2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73" y="765064"/>
            <a:ext cx="8406309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31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5C8CA-78C0-F132-DF15-43F4AE63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252450BD-479C-7F9E-F862-17F4B5292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870826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지원신청서 화면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수정이력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지원신청서 수정이력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지원신청서가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아니요 선택가능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기관관리자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보호자의 수정이력을 확인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Dv-007]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지원신청서를 작성 또는 수정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작업시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저장 또는 취소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Dv-005]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계획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긴급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색상 변경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대기단계 선택 후 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승인요청 또는 취소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Dv-005]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87D4CC-92DB-40C6-6C17-741E8304A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638" y="1611475"/>
            <a:ext cx="4829849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87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8B611-51E3-E033-B2BC-9065035F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A97D101E-F68C-63F9-A094-F1EDDCBF6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74459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Dv-008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지원서계획서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선택시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대기단계 선택 진행 중 지원계획서 버튼 눌렀을 때 보이는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F8667C-6D74-E157-5114-564E4FF46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72" y="751066"/>
            <a:ext cx="8350602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45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BB3EB-1F57-326E-407C-77033999F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67C6BB8B-2616-30AC-CBD5-D35FC2E87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033206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Dv-009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 대기단계 선택화면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지원서계획서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선택시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대기단계 선택 진행 중 지원계획서 버튼 눌렀을 때 보이는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232BDB-A870-EF3D-85BE-AB3CC08F4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2" y="807354"/>
            <a:ext cx="8501199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4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F79CF-041E-B6BD-9047-397916A3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EFBB83C-DB1D-F9D8-8612-889D08EDF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08443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대기단계 선택화면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모달창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승인요청 및 취소 재확인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F2155B-5F01-8BFD-3182-045B66867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2" y="637309"/>
            <a:ext cx="8491963" cy="601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79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FF72E-0902-2568-1AAF-185164510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A2C674A-D192-9964-BB2E-592441746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60633"/>
              </p:ext>
            </p:extLst>
          </p:nvPr>
        </p:nvGraphicFramePr>
        <p:xfrm>
          <a:off x="91988" y="172050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Dv-011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대기단계 선택화면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 후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승인대기중 문구 표시화면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EB6E56-67A2-AC5C-BFD3-4F7853DF2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53" y="760592"/>
            <a:ext cx="8405729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68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C5C01-31F9-93F3-0FF4-75300D956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E40660DE-C848-0590-E668-96ACD1C59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244818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지원계획서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지원계획서 작성 및 </a:t>
                      </a:r>
                      <a:r>
                        <a:rPr lang="ko-KR" altLang="en-US" sz="1000" dirty="0" err="1"/>
                        <a:t>검토중</a:t>
                      </a:r>
                      <a:r>
                        <a:rPr lang="ko-KR" altLang="en-US" sz="1000" dirty="0"/>
                        <a:t>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승인된 지원계획서가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없을시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표시되는 화면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지원계획 입력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지원자에대한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지원계획을 입력하는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table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임시저장 또는 삭제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승인요청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8E36D2-0B39-650D-BBE6-1BEA7A184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2" y="849061"/>
            <a:ext cx="8464253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04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A3215-421A-66B2-E8F5-003A603F2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4349CD1-1F98-3C00-FD20-537E6748D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600285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지원계획서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승인 후 표시되는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반려를 선택해서 해당하는 글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반려인 것을 제일 상부로 최신순으로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Dv-014]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승인된 글을 표시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706913-644B-D935-8302-3B332E554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2" y="784697"/>
            <a:ext cx="8473490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089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9316A-728A-0B9B-E396-D6C451F9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FF508427-28C3-916C-DFE8-D1CF2574D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50211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지원계획서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 err="1"/>
                        <a:t>반려시</a:t>
                      </a:r>
                      <a:r>
                        <a:rPr lang="ko-KR" altLang="en-US" sz="1000" dirty="0"/>
                        <a:t> 표시되는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좌측으로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반려된 글을 수정할 수 있는 상태로 변경된 화면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요청시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확인 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검토중으로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변경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Dv-010, Dv-013]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4EFA0B-7225-D182-8CD3-9A1DB4C6B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2" y="701963"/>
            <a:ext cx="8419813" cy="586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6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0A144-5D4E-18CB-D4AB-52B168FFD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020CC53E-74F9-6295-7BBE-DB1FB5DC6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200099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지원결과서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지원결과서 작성 및 </a:t>
                      </a:r>
                      <a:r>
                        <a:rPr lang="ko-KR" altLang="en-US" sz="1000" dirty="0" err="1"/>
                        <a:t>검토중</a:t>
                      </a:r>
                      <a:r>
                        <a:rPr lang="ko-KR" altLang="en-US" sz="1000" dirty="0"/>
                        <a:t>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승인된 지원결과서가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없을시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표시되는 화면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지원결과 입력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table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추가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지원계획에 대한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지원결과을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입력하는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table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임시저장 또는 삭제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첨부할 파일 선택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승인요청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승인요청 후 검토중인 지원계획서를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최신순으로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96346E-0776-74F3-0F0C-87711F3B3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72" y="830589"/>
            <a:ext cx="8394173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58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3B70-309A-DF92-F283-D47EDC71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612C0E3-A1CB-DD94-0B13-9B3992D66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686981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지원계획서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승인 후 표시되는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전체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반려를 선택해서 해당하는 글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반려인 것을 제일 상부로 최신순으로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Dv-017]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승인된 글을 표시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C76B53-CD37-584E-7D42-5C39D0B90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72" y="807063"/>
            <a:ext cx="8394173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45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BD87D-40C0-2FB4-5187-0EDE07E85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B80194C9-9641-561D-85C5-927B6EBDD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078174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지원계획서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 err="1"/>
                        <a:t>반려시</a:t>
                      </a:r>
                      <a:r>
                        <a:rPr lang="ko-KR" altLang="en-US" sz="1000" dirty="0"/>
                        <a:t> 표시되는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좌측으로 이동한다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반려된 글을 수정할 수 있는 상태로 변경된 화면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요청시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확인 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검토중으로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변경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Dv-010, Dv-016]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DEE6C3-38B7-A655-3F6F-81EA1484E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00" y="739231"/>
            <a:ext cx="8464253" cy="590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32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F67C6-D694-6F74-3ACB-055B5C7B8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F232D58F-A001-98CB-3C03-7071ECA1D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791474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Dv-018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마이페이지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 err="1"/>
                        <a:t>내정보</a:t>
                      </a:r>
                      <a:r>
                        <a:rPr lang="ko-KR" altLang="en-US" sz="1000" dirty="0"/>
                        <a:t> 수정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지원자 정보 등록 및 수정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삭제 표현하는 화면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기관 담당자에 대한 정보를 나타내는 화면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버튼을 누르면 </a:t>
                      </a:r>
                      <a:r>
                        <a:rPr lang="ko-KR" altLang="en-US" sz="10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모달창을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통해 담당자의 정보를 수정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Dv-19]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담당 지원자의 목록을 표시</a:t>
                      </a:r>
                      <a:endParaRPr lang="en-US" altLang="ko-KR" sz="1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버튼을 누르면 지원자 등록할 수 있는 화면이 표시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지원자 등록에 필요한 입력창들로 구성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지원자의 이름 입력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지원자의 생년월일 입력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지원자의 성별 선택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지원자의 주소 입력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지원자의 장애 유형 선택</a:t>
                      </a:r>
                      <a:b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</a:b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선택 내역 중 없으면 기타 선택 후 직접 입력</a:t>
                      </a:r>
                      <a:endParaRPr lang="en-US" altLang="ko-KR" sz="1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등록일은 등록일 기준으로 자동 입력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버튼을 누르면 </a:t>
                      </a:r>
                      <a:r>
                        <a:rPr lang="ko-KR" altLang="en-US" sz="10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재확인 후 통해 담당자의 정보를 등록 또는 삭제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.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en-US" altLang="ko-KR" sz="10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Dv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-]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그림 7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F0C14D-6B70-CCAB-3EFF-9B52466EF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09" y="867411"/>
            <a:ext cx="8369364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01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5099C-7552-3FB0-8EA1-A2726A38A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2B6AF27-9B07-FEFF-E706-75CDE3AF6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283797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Dv-019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마이페이지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담당자 정보 수정 버튼 누를 시 나오는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담당자의 근무 기관이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 불가항목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담당자의 아이디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수정불가 항목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담당자의 연락처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담당자의 이메일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담당자의 주소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현재비밀번호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새 비밀번호를 입력하여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"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비밀번호 변경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버튼 누르면 일치여부 확인 후 변경 진행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담당자의 가입일 표시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수정 불가 항목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탈퇴 진행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en-US" altLang="ko-KR" sz="10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Dv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-]</a:t>
                      </a: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버튼 누르면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모달창으로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재확인 후 수정 또는 취소 진행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[</a:t>
                      </a:r>
                      <a:r>
                        <a:rPr lang="ko-KR" altLang="en-US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참고화면 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: </a:t>
                      </a:r>
                      <a:r>
                        <a:rPr lang="en-US" altLang="ko-KR" sz="10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Dv</a:t>
                      </a:r>
                      <a:r>
                        <a:rPr lang="en-US" altLang="ko-KR" sz="10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-]</a:t>
                      </a: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6B0C72-481C-D61D-D5C3-49526A888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184" y="895824"/>
            <a:ext cx="4801270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86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748A1-AF9B-9411-E6A3-36A98EF67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6AF2EE6-09A2-9E65-E43C-090043879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386674"/>
              </p:ext>
            </p:extLst>
          </p:nvPr>
        </p:nvGraphicFramePr>
        <p:xfrm>
          <a:off x="91988" y="89472"/>
          <a:ext cx="11992920" cy="664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26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8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3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4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517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화면 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/>
                        <a:t>Dv-020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화</a:t>
                      </a:r>
                      <a:r>
                        <a:rPr lang="ko-KR" altLang="en-US" sz="1000" i="0"/>
                        <a:t>면</a:t>
                      </a:r>
                      <a:r>
                        <a:rPr lang="ko-KR" altLang="en-US" sz="1000"/>
                        <a:t> 명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마이페이지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요구사항</a:t>
                      </a:r>
                      <a:r>
                        <a:rPr lang="en-US" altLang="ko-KR" sz="1000"/>
                        <a:t>ID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/>
                        <a:t>URQ-0300</a:t>
                      </a: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669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개요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담당자 정보 수정 및 탈퇴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지원자 등록 및 수정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삭제 재확인 </a:t>
                      </a:r>
                      <a:r>
                        <a:rPr lang="ko-KR" altLang="en-US" sz="1000" dirty="0" err="1"/>
                        <a:t>모달창</a:t>
                      </a: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사용자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 dirty="0"/>
                        <a:t>기관담당자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000"/>
                        <a:t>개발자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2774"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화면설명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000" dirty="0">
                        <a:solidFill>
                          <a:schemeClr val="tx1"/>
                        </a:solidFill>
                      </a:endParaRPr>
                    </a:p>
                    <a:p>
                      <a:pPr marL="228600" lvl="0" indent="-228600" latinLnBrk="1">
                        <a:buAutoNum type="arabicPeriod"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en-US" altLang="ko-KR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*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특이사항</a:t>
                      </a: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 sz="100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47D502-A1B7-7F0A-F602-6AC959D1A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05" y="775171"/>
            <a:ext cx="8353377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25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1413</Words>
  <Application>Microsoft Office PowerPoint</Application>
  <PresentationFormat>와이드스크린</PresentationFormat>
  <Paragraphs>686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ㅇㄹㄴㅇㄹ</dc:title>
  <dc:creator>ByungHo</dc:creator>
  <cp:lastModifiedBy>소영 김</cp:lastModifiedBy>
  <cp:revision>28</cp:revision>
  <dcterms:created xsi:type="dcterms:W3CDTF">2022-03-17T06:40:34Z</dcterms:created>
  <dcterms:modified xsi:type="dcterms:W3CDTF">2025-12-16T18:09:39Z</dcterms:modified>
  <cp:version/>
</cp:coreProperties>
</file>