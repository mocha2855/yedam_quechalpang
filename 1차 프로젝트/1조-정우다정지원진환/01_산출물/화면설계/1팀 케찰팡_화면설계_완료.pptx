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1"/>
  </p:sldMasterIdLst>
  <p:notesMasterIdLst>
    <p:notesMasterId r:id="rId54"/>
  </p:notesMasterIdLst>
  <p:sldIdLst>
    <p:sldId id="257" r:id="rId2"/>
    <p:sldId id="311" r:id="rId3"/>
    <p:sldId id="305" r:id="rId4"/>
    <p:sldId id="366" r:id="rId5"/>
    <p:sldId id="367" r:id="rId6"/>
    <p:sldId id="309" r:id="rId7"/>
    <p:sldId id="310" r:id="rId8"/>
    <p:sldId id="312" r:id="rId9"/>
    <p:sldId id="369" r:id="rId10"/>
    <p:sldId id="313" r:id="rId11"/>
    <p:sldId id="373" r:id="rId12"/>
    <p:sldId id="377" r:id="rId13"/>
    <p:sldId id="314" r:id="rId14"/>
    <p:sldId id="374" r:id="rId15"/>
    <p:sldId id="316" r:id="rId16"/>
    <p:sldId id="320" r:id="rId17"/>
    <p:sldId id="317" r:id="rId18"/>
    <p:sldId id="318" r:id="rId19"/>
    <p:sldId id="322" r:id="rId20"/>
    <p:sldId id="324" r:id="rId21"/>
    <p:sldId id="326" r:id="rId22"/>
    <p:sldId id="325" r:id="rId23"/>
    <p:sldId id="327" r:id="rId24"/>
    <p:sldId id="368" r:id="rId25"/>
    <p:sldId id="331" r:id="rId26"/>
    <p:sldId id="333" r:id="rId27"/>
    <p:sldId id="334" r:id="rId28"/>
    <p:sldId id="335" r:id="rId29"/>
    <p:sldId id="336" r:id="rId30"/>
    <p:sldId id="339" r:id="rId31"/>
    <p:sldId id="340" r:id="rId32"/>
    <p:sldId id="341" r:id="rId33"/>
    <p:sldId id="378" r:id="rId34"/>
    <p:sldId id="342" r:id="rId35"/>
    <p:sldId id="343" r:id="rId36"/>
    <p:sldId id="344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9" r:id="rId48"/>
    <p:sldId id="361" r:id="rId49"/>
    <p:sldId id="375" r:id="rId50"/>
    <p:sldId id="376" r:id="rId51"/>
    <p:sldId id="364" r:id="rId52"/>
    <p:sldId id="365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90" autoAdjust="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58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169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2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747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334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72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889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70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171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98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32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928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337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03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204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08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72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54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07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52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36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93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550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2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650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04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17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45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5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7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390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242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026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251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66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474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428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607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82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773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9225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026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7250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929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366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3861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228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296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17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512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110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8056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6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 lvl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회원가입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사이트 이용자의 회원가입에 필요한 양식들을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아이디라면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존재한다면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이메일이라면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인증번호를 입력 후 확인버튼을 누르면 실패시에만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이 모달로 팝업된다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주소검색버튼을 누르면 별도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주소를 검색하여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기관목록을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선택이 가능하며 직접 입력도 가능함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그림 13" descr="텍스트, 스크린샷, 번호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6384" y="1043492"/>
            <a:ext cx="4169270" cy="538435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46384" y="10910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2493002" y="132421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4897308" y="183590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4907468" y="342163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897307" y="378230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5" name="직사각형 14"/>
          <p:cNvSpPr/>
          <p:nvPr/>
        </p:nvSpPr>
        <p:spPr>
          <a:xfrm>
            <a:off x="4897307" y="4375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8" name="직사각형 17"/>
          <p:cNvSpPr/>
          <p:nvPr/>
        </p:nvSpPr>
        <p:spPr>
          <a:xfrm>
            <a:off x="3100936" y="496482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9" name="직사각형 18"/>
          <p:cNvSpPr/>
          <p:nvPr/>
        </p:nvSpPr>
        <p:spPr>
          <a:xfrm>
            <a:off x="2582588" y="55337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100055"/>
          <a:ext cx="11992920" cy="6634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5933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U-001-1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인증번호 불일치 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인증번호가 일치하지 않았을 경우 생성되는 모달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확인버튼을 누르면 사라짐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명함, 스크린샷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150" t="18780" r="29520" b="22870"/>
          <a:stretch>
            <a:fillRect/>
          </a:stretch>
        </p:blipFill>
        <p:spPr>
          <a:xfrm>
            <a:off x="1774142" y="1428889"/>
            <a:ext cx="5039591" cy="400022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74142" y="13300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13" name="직사각형 12"/>
          <p:cNvSpPr/>
          <p:nvPr/>
        </p:nvSpPr>
        <p:spPr>
          <a:xfrm>
            <a:off x="3430222" y="428659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양식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해당 아이디 존재여부를 확인하고 존재한다면 비밀번호 일치여부까지 확인 후 로그인이 처리되며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UM-001(</a:t>
                      </a:r>
                      <a:r>
                        <a:rPr lang="ko-KR" altLang="en-US" sz="1000"/>
                        <a:t>메인페이지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U-001 </a:t>
                      </a:r>
                      <a:r>
                        <a:rPr lang="ko-KR" altLang="en-US" sz="1000"/>
                        <a:t>로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250" t="21620" r="32750" b="28140"/>
          <a:stretch>
            <a:fillRect/>
          </a:stretch>
        </p:blipFill>
        <p:spPr>
          <a:xfrm>
            <a:off x="1625600" y="1568981"/>
            <a:ext cx="4958080" cy="368594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36013" y="15689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196413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3242893" y="33130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4260746" y="3313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186252" y="38922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이름과 연락처를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연락처 입력 후 인증버튼 누르면 인증번호가 문자로 발송되며 발송된 인증번호를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 dirty="0"/>
                        <a:t>U-001-1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일치시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U-003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스크린샷, 텍스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800" r="29750" b="23540"/>
          <a:stretch>
            <a:fillRect/>
          </a:stretch>
        </p:blipFill>
        <p:spPr>
          <a:xfrm>
            <a:off x="1351280" y="1270000"/>
            <a:ext cx="4968240" cy="39522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21533" y="21261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4797373" y="27154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866973" y="409722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2333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찾기에 성공한 경우 표기되는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000" dirty="0"/>
                        <a:t>U-003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에서 인증이 성공하면 찾은 아이디를 표시한다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2" descr="텍스트, 명함, 로고, 스크린샷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420" t="18620" r="29920" b="24110"/>
          <a:stretch>
            <a:fillRect/>
          </a:stretch>
        </p:blipFill>
        <p:spPr>
          <a:xfrm>
            <a:off x="1466909" y="1549623"/>
            <a:ext cx="4958080" cy="3925388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047008" y="444201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24" name="직사각형 23"/>
          <p:cNvSpPr/>
          <p:nvPr/>
        </p:nvSpPr>
        <p:spPr>
          <a:xfrm>
            <a:off x="1377322" y="145076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연락처가 일치하지 않는 경우 인증이 진행되지 않으며 일치하는 경우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U-004-1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80" t="18650" r="29750" b="24080"/>
          <a:stretch>
            <a:fillRect/>
          </a:stretch>
        </p:blipFill>
        <p:spPr>
          <a:xfrm>
            <a:off x="1934321" y="1466306"/>
            <a:ext cx="4958080" cy="392538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4734" y="23936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6" name="직사각형 5"/>
          <p:cNvSpPr/>
          <p:nvPr/>
        </p:nvSpPr>
        <p:spPr>
          <a:xfrm>
            <a:off x="5339774" y="29219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09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r>
                        <a:rPr lang="en-US" altLang="ko-KR" sz="1000"/>
                        <a:t>-2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재설정할 비밀번호를 입력하고 비밀번호 확인에도 동일한 비밀번호를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 누르면 비밀번호와 비밀번호 확인의 값이 일치하면 변경이 완료되며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330" t="18800" r="30000" b="23930"/>
          <a:stretch>
            <a:fillRect/>
          </a:stretch>
        </p:blipFill>
        <p:spPr>
          <a:xfrm>
            <a:off x="1666240" y="1361440"/>
            <a:ext cx="4958080" cy="392538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4734" y="2576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204320" y="42325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페이지와 모달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가입승인이 아직 미처리된 경우 출력되는 페이지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로그인페이지 버튼을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회원탈퇴버튼을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누르면 해당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예를 누르면 탈퇴처리가 되며 계정이 삭제되며 아니오를 누르면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5330" t="6640" r="2500" b="22900"/>
          <a:stretch>
            <a:fillRect/>
          </a:stretch>
        </p:blipFill>
        <p:spPr>
          <a:xfrm>
            <a:off x="213360" y="1869440"/>
            <a:ext cx="8400282" cy="36104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3773" y="17705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76653" y="4473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939946" y="44731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5693306" y="1968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5878039" y="3786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후 처음 이동하는 페이지이자 메인페이지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계획승인 이전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승인을 받은 이후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페이지인 </a:t>
                      </a:r>
                      <a:r>
                        <a:rPr lang="en-US" altLang="ko-KR" sz="1000"/>
                        <a:t>UM-003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마이페이지의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문의페이지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>
            <a:off x="432315" y="1236278"/>
            <a:ext cx="7864764" cy="4934495"/>
            <a:chOff x="432315" y="1236278"/>
            <a:chExt cx="7864764" cy="4934495"/>
          </a:xfrm>
        </p:grpSpPr>
        <p:pic>
          <p:nvPicPr>
            <p:cNvPr id="17" name="그림 16" descr="텍스트, 스크린샷, 디스플레이, 폰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2315" y="1236278"/>
              <a:ext cx="7864764" cy="4934495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818292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1</a:t>
              </a:r>
              <a:endParaRPr lang="ko-KR" altLang="en-US" sz="1000" b="1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3492" y="2630746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2</a:t>
              </a:r>
              <a:endParaRPr lang="ko-KR" altLang="en-US" sz="1000" b="1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504508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3</a:t>
              </a:r>
              <a:endParaRPr lang="ko-KR" altLang="en-US" sz="1000" b="1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497902" y="3505819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4</a:t>
              </a:r>
              <a:endParaRPr lang="ko-KR" altLang="en-US" sz="1000" b="1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18292" y="4620244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5</a:t>
              </a:r>
              <a:endParaRPr lang="ko-KR" altLang="en-US" sz="1000" b="1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38305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일반회원인 보호자가 로그인 후 처음 이동하는 페이지이자 메인페이지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지원자에 대한 지원신청 현황에 대한 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 dirty="0"/>
                        <a:t>UM-002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로그아웃을 누르면 로그아웃이 되며 </a:t>
                      </a:r>
                      <a:r>
                        <a:rPr lang="en-US" altLang="ko-KR" sz="1000" dirty="0"/>
                        <a:t>U-002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 등록을 누르면 </a:t>
                      </a:r>
                      <a:r>
                        <a:rPr lang="en-US" altLang="ko-KR" sz="1000" dirty="0"/>
                        <a:t>UM-002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그림 11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F38E98-C0C8-F4B9-73D8-846ED690C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7" y="1048323"/>
            <a:ext cx="8378944" cy="525308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/>
          <p:cNvSpPr/>
          <p:nvPr/>
        </p:nvSpPr>
        <p:spPr>
          <a:xfrm>
            <a:off x="533199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/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7321636" y="495063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가로 글상자 9"/>
          <p:cNvSpPr txBox="1"/>
          <p:nvPr/>
        </p:nvSpPr>
        <p:spPr>
          <a:xfrm>
            <a:off x="2938462" y="14382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6578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문의하기 목록페이지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문의하기를 누르면 나오는 첫 화면이자 문의 목록을 출력하는 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문의 내역을 각 항목별로 목록으로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문의만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drop-down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처럼 아래 질문내용과 답변이 존재하는 경우에는 답변이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질문에 대한 답변이 존재하지 않는 경우 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삭제가 가능하며 답변이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존재하는경우에는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불가하며 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삭제 버튼도 보이지 않는다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글쓰기를 누르면 </a:t>
                      </a:r>
                      <a:r>
                        <a:rPr lang="en-US" altLang="ko-KR" sz="1000" dirty="0"/>
                        <a:t>UM-001-3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문의하기에 대한 답변등록이 가능하고 해당 페이지와 똑같은 레이아웃 페이지를 사용한다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8873" y="1109349"/>
            <a:ext cx="8365242" cy="51561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59659" y="195906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7756598" y="555094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588698" y="263242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UM-001-3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지원신청을 누르면 나오는 지원신청 현황페이지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문의작성을 위한 항목들을 입력할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등록일자는 작성하는 당일로 고정된다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등록을 누르면 질문이 등록되며 </a:t>
                      </a:r>
                      <a:r>
                        <a:rPr lang="en-US" altLang="ko-KR" sz="1000" dirty="0"/>
                        <a:t>UM-001-2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취소를 누르면 질문등록이 되지 않으며 </a:t>
                      </a:r>
                      <a:r>
                        <a:rPr lang="en-US" altLang="ko-KR" sz="1000" dirty="0"/>
                        <a:t>UM-001-2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그림 10" descr="텍스트, 스크린샷, 소프트웨어, 디스플레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101" y="1082675"/>
            <a:ext cx="8343393" cy="523079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22344" y="19993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7232541" y="56764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가입정보를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 정보 수정을 누르면 </a:t>
                      </a:r>
                      <a:r>
                        <a:rPr lang="en-US" altLang="ko-KR" sz="1000"/>
                        <a:t>UM-002-2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모달로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기존에 등록되어있는 지원자의 이름이 목록으로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선택된 지원자인 경우 진한 색으로 강조되어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등록을 누르면 우측의 비어있던 공간에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등록할 지원자의 정보를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통해서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장애유형은 기본적으로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장애유형을 선택할 수 있으며 해당사항이 없으면 직접입력을 선택하면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의 우측에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 생성되어 직접 입력할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등록을 누르면 등록이 완료되며 취소를 누르면 기존 입력된 정보가 모두 사라지며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존재하던 공간은 다시 빈공간이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지원자 목록에서 해당 지원자를 클릭하면 오른쪽 화면에 지원자 정보수정 버튼이 출력된다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이름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생년월일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성별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주소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장애유형을 수정할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" name="그림 14" descr="텍스트, 스크린샷, 소프트웨어, 컴퓨터 아이콘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1139659"/>
            <a:ext cx="8320492" cy="488522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0254" y="2098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79840" y="52790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1883520" y="24444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1995492" y="52790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3489012" y="20989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5919105" y="310481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142849" y="36534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3" name="직사각형 12"/>
          <p:cNvSpPr/>
          <p:nvPr/>
        </p:nvSpPr>
        <p:spPr>
          <a:xfrm>
            <a:off x="6814929" y="44357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  <p:sp>
        <p:nvSpPr>
          <p:cNvPr id="16" name="가로 글상자 15"/>
          <p:cNvSpPr txBox="1"/>
          <p:nvPr/>
        </p:nvSpPr>
        <p:spPr>
          <a:xfrm>
            <a:off x="2938462" y="14763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가입요청 관리 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수정 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시스템관리자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1-1. </a:t>
                      </a:r>
                      <a:r>
                        <a:rPr lang="ko-KR" altLang="en-US" sz="1000"/>
                        <a:t>회원정보 수정을 할 수 있는 모달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수정할 회원의 정보가 채워진 상태로 모달이 나타나며 수정이 불가능한 요소는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수정한 아이디를 입력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해당 아이디의 존재여부를 확인 후 결과에 따라 알림을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활용하여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수정사항 모두 입력 후 수정버튼 누르면 수정이 완료됨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취소버튼을 누르면 수정되지 않으며 모달이 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080" t="3680" r="29660" b="9850"/>
          <a:stretch>
            <a:fillRect/>
          </a:stretch>
        </p:blipFill>
        <p:spPr>
          <a:xfrm>
            <a:off x="2001520" y="894080"/>
            <a:ext cx="4667739" cy="55007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11933" y="8382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5183453" y="17932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5183453" y="441452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2755213" y="55016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 신청할 지원자의 간략한 정보를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기존 등록된 지원자 중 선택할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조사지를 불러오며 신청자가 해당사항을 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아니오 중에서 체크할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 지원신청서가 기관관리자에게 전달되어 담당자 배정을 받을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임시저장을 누르면 입력된 값이 제출되지 않고 저장만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500" t="-20" r="5580"/>
          <a:stretch>
            <a:fillRect/>
          </a:stretch>
        </p:blipFill>
        <p:spPr>
          <a:xfrm>
            <a:off x="213360" y="1036319"/>
            <a:ext cx="8314721" cy="520024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1214" y="17332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214" y="3013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332414" y="5451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가로 글상자 8"/>
          <p:cNvSpPr txBox="1"/>
          <p:nvPr/>
        </p:nvSpPr>
        <p:spPr>
          <a:xfrm>
            <a:off x="3081337" y="13620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작성완료 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확인을 누르면 해당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50949" y="1905281"/>
            <a:ext cx="4420216" cy="35342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02414" y="4384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제출한 지원신청서 내용을 조회할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 후 담당자 배정이 완료된 경우 상담신청 버튼이 생성되며 해당 버튼을 누르면 </a:t>
                      </a: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번호, 소프트웨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420" t="-20" r="5500"/>
          <a:stretch>
            <a:fillRect/>
          </a:stretch>
        </p:blipFill>
        <p:spPr>
          <a:xfrm>
            <a:off x="183428" y="1160499"/>
            <a:ext cx="8391612" cy="523862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1374" y="25275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19614" y="559864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3100386" y="1485900"/>
            <a:ext cx="877253" cy="28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83738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배정된 담당자의 이름을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담당자에게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상담신청하며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전달할 요청사항을 입력한다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URQ-0101-2-2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교체되며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취소를 누르면 해당 내용이 저장되지 않고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의 신청을 누르면 간단한 안내와 함께 담당자의 계정에 등록된 연락처를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확인버튼을 누르면 해당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사라진다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650" r="29830" b="23990"/>
          <a:stretch>
            <a:fillRect/>
          </a:stretch>
        </p:blipFill>
        <p:spPr>
          <a:xfrm>
            <a:off x="236854" y="745674"/>
            <a:ext cx="4153353" cy="32937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72854" y="1341601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744279" y="1699403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865724" y="3263382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pic>
        <p:nvPicPr>
          <p:cNvPr id="9" name="그림 8" descr="텍스트, 스크린샷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66170" y="3194509"/>
            <a:ext cx="3966344" cy="314273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322248" y="3119520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475590" y="5615445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담당하는 지원자에 대한 진행상황 등 여러가지 정보 확인 및 상세검색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en-US" altLang="ko-KR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메인버튼을 누르면 로그인 후 첫 화면으로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시 읽지 않은 알림내역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로그아웃하면서 홈으로 이동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클릭시 담당자가 작성한 신청서 목록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단계에 따라 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가각의 해당 건수 표시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개 초과시 페이지네이션으로 표시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지원신청 현황에서 내가 작성한 신청서와 담당자가 작성한 신청서를 나눠서 볼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담당자가 작성한 신청서도 출력화면은 똑같은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UI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사용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0861" y="1018824"/>
            <a:ext cx="8243896" cy="4820351"/>
          </a:xfrm>
          <a:prstGeom prst="rect">
            <a:avLst/>
          </a:prstGeom>
        </p:spPr>
      </p:pic>
      <p:sp>
        <p:nvSpPr>
          <p:cNvPr id="31" name="가로 글상자 30"/>
          <p:cNvSpPr txBox="1"/>
          <p:nvPr/>
        </p:nvSpPr>
        <p:spPr>
          <a:xfrm>
            <a:off x="2947988" y="13239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 표시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진행상황에 업데이트가 생기면 이름 옆의 벨 아이콘에서 진행상황을 확인할 수 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360" y="862624"/>
            <a:ext cx="4867954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임시저장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취소 버튼에 대한 재확인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9679" y="667031"/>
            <a:ext cx="8335485" cy="56800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5786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상담의 예약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및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18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클릭시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또는 보호자와 담당자간의 전화를 통해 정한 상담 시간을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임시저장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639" y="732012"/>
            <a:ext cx="8383943" cy="51511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273" y="765064"/>
            <a:ext cx="8406309" cy="53659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3" y="10953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919413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재확인 모달창으로 확인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Dv-007, Dv-014]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819" y="897111"/>
            <a:ext cx="7857028" cy="54907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없을시 표시되는 화면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지원계획에 대한 지원결과을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에서 목록을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195" y="1063206"/>
            <a:ext cx="8266642" cy="521842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29540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기관 담당자의 정보가 나타난다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내정보수정 버튼을 누르면 모달창을 통해 담당자의 정보를 수정한다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: Dv-19]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본인이 담당하는 지원자의 목록을 표시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이름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생년월일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성별을 라디오버튼으로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주소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장애 유형 선택</a:t>
                      </a:r>
                      <a:br>
                        <a:rPr lang="en-US" altLang="ko-KR" sz="1000">
                          <a:solidFill>
                            <a:schemeClr val="dk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선택 내역 중 없으면 기타 선택 후 직접 입력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모달창으로 재확인 후 통해 담당자의 정보를 등록 또는 입력값 초기화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707" y="1114556"/>
            <a:ext cx="8363938" cy="491463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071813" y="1466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3062288" y="1047750"/>
            <a:ext cx="723900" cy="333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024187" y="1085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630" y="866347"/>
            <a:ext cx="8273412" cy="519812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3776661" y="12953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메인화면에 따른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032" y="952070"/>
            <a:ext cx="8049603" cy="5083131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3843336" y="1304924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967" y="961597"/>
            <a:ext cx="8261220" cy="520150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31444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승인과 반려는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같다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541" y="1109233"/>
            <a:ext cx="8244612" cy="51729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4477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700" y="1090165"/>
            <a:ext cx="8247330" cy="51824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회원관리 탭은 같은 디자인을 공유한다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기능도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좌측 사이드바에서 회원검색을 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050" y="1204465"/>
            <a:ext cx="7992899" cy="50226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Cdv-009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625" y="1080640"/>
            <a:ext cx="8074861" cy="507411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운영여부 기본값은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기관 운영 종료 시 운영여부를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종료</a:t>
                      </a:r>
                      <a:r>
                        <a:rPr lang="en-US" altLang="ko-KR" sz="1000"/>
                        <a:t>’</a:t>
                      </a:r>
                      <a:r>
                        <a:rPr lang="ko-KR" altLang="en-US" sz="1000"/>
                        <a:t>로 바꾼 후 등록한다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필터링한다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시스템관리자는 지원신청 현황을 한번에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0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지원서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지원서항목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세부항목을 입력해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등록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질문 등록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/>
                        <a:t>에 있는 조사지 질문 등록 버튼을 누르면 조사지 질문 등록 모달창이 뜬다</a:t>
                      </a:r>
                      <a:r>
                        <a:rPr lang="en-US" altLang="ko-KR" sz="1000"/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 질문 수정도 등록과 같은 형식을 이용한다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수정 이력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수정 이력 모달창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수정 내역을 누르면 조사지 수정이력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4501</Words>
  <Application>Microsoft Office PowerPoint</Application>
  <PresentationFormat>와이드스크린</PresentationFormat>
  <Paragraphs>1739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6" baseType="lpstr">
      <vt:lpstr>맑은 고딕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정우 서</cp:lastModifiedBy>
  <cp:revision>133</cp:revision>
  <dcterms:created xsi:type="dcterms:W3CDTF">2022-03-17T06:40:34Z</dcterms:created>
  <dcterms:modified xsi:type="dcterms:W3CDTF">2025-12-17T05:42:41Z</dcterms:modified>
  <cp:version/>
</cp:coreProperties>
</file>