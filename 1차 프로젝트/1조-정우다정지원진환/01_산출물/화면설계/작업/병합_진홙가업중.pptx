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25" r:id="rId3"/>
    <p:sldId id="327" r:id="rId4"/>
    <p:sldId id="368" r:id="rId5"/>
    <p:sldId id="331" r:id="rId6"/>
    <p:sldId id="333" r:id="rId7"/>
    <p:sldId id="334" r:id="rId8"/>
    <p:sldId id="335" r:id="rId9"/>
    <p:sldId id="336" r:id="rId10"/>
    <p:sldId id="339" r:id="rId11"/>
    <p:sldId id="340" r:id="rId12"/>
    <p:sldId id="341" r:id="rId13"/>
    <p:sldId id="378" r:id="rId14"/>
    <p:sldId id="342" r:id="rId15"/>
    <p:sldId id="343" r:id="rId16"/>
    <p:sldId id="344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9" r:id="rId28"/>
    <p:sldId id="361" r:id="rId29"/>
    <p:sldId id="375" r:id="rId30"/>
    <p:sldId id="376" r:id="rId31"/>
    <p:sldId id="364" r:id="rId32"/>
    <p:sldId id="365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94690" autoAdjust="0"/>
  </p:normalViewPr>
  <p:slideViewPr>
    <p:cSldViewPr snapToGrid="0">
      <p:cViewPr varScale="1">
        <p:scale>
          <a:sx n="100" d="100"/>
          <a:sy n="100" d="100"/>
        </p:scale>
        <p:origin x="1458" y="282"/>
      </p:cViewPr>
      <p:guideLst>
        <p:guide orient="horz" pos="2158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presProps" Target="presProps.xml"  /><Relationship Id="rId35" Type="http://schemas.openxmlformats.org/officeDocument/2006/relationships/viewProps" Target="viewProps.xml"  /><Relationship Id="rId36" Type="http://schemas.openxmlformats.org/officeDocument/2006/relationships/theme" Target="theme/theme1.xml"  /><Relationship Id="rId37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12620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27798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264212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8683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971495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515978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748326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97172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84418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028682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94429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362124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230638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043072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904622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003259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644142"/>
      </p:ext>
    </p:extLst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012212"/>
      </p:ext>
    </p:extLst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604679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293123"/>
      </p:ext>
    </p:extLst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967582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36402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837959"/>
      </p:ext>
    </p:extLst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891430"/>
      </p:ext>
    </p:extLst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52835"/>
      </p:ext>
    </p:extLst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299918"/>
      </p:ext>
    </p:extLst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808568"/>
      </p:ext>
    </p:extLst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397694"/>
      </p:ext>
    </p:extLst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656138"/>
      </p:ext>
    </p:extLst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226259"/>
      </p:ext>
    </p:extLst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679514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0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2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5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7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8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9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0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Dv-004(23</a:t>
                      </a:r>
                      <a:r>
                        <a:rPr lang="ko-KR" altLang="en-US" sz="1000"/>
                        <a:t>페이지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-</a:t>
                      </a:r>
                      <a:r>
                        <a:rPr lang="ko-KR" altLang="en-US" sz="1000"/>
                        <a:t> 요구사항</a:t>
                      </a:r>
                      <a:r>
                        <a:rPr lang="en-US" altLang="ko-KR" sz="1000"/>
                        <a:t>id</a:t>
                      </a:r>
                      <a:r>
                        <a:rPr lang="ko-KR" altLang="en-US" sz="1000"/>
                        <a:t>수정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URQ-0102</a:t>
                      </a:r>
                      <a:endParaRPr lang="en-US" altLang="ko-KR" sz="1000" b="1">
                        <a:solidFill>
                          <a:srgbClr val="ff0000"/>
                        </a:solidFill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담당자와 지원자 간의 상담의 예약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및 예약 내역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상담일지 작성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클릭시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추가되고 날짜 선택 및 시간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특이사항을 작성하고 진행상태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상담예약날짜를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또는 보호자와 담당자간의 전화를 통해 정한 상담 시간을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장소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방문방법에 대해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전에는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확정시 버튼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상담완료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상담추가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상담내용을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생성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상담내용에 대해 적을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임시저장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작성 완료 했던 내용 최신순으로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6639" y="732012"/>
            <a:ext cx="8383943" cy="5151107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7696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선택시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지원자의 대기단계 선택하는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기관관리자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수정이력을 모달창에서 확인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000" b="1">
                          <a:solidFill>
                            <a:srgbClr val="ff0000"/>
                          </a:solidFill>
                        </a:rPr>
                        <a:t>참고화면 </a:t>
                      </a: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: Dv-006]</a:t>
                      </a:r>
                      <a:endParaRPr lang="en-US" altLang="ko-KR" sz="1000" b="1">
                        <a:solidFill>
                          <a:srgbClr val="ff0000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작성 또는 수정 작업시 버튼 누르면 모달창으로 재확인 후 저장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선택시 색상 변경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선택 후 버튼 누르면 모달창으로 재확인 후 승인요청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대기단계 승인을 요청하면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지원신청서의 해당 화면에는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관리자의 대기단계 승인 검토중입니다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출력되고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관리자의 승인 후에는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홍영희 지원자의 대기 단계는 중점입니다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바뀌어 출력된다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4273" y="765064"/>
            <a:ext cx="8406309" cy="53659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3" y="10953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20989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 확인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수정이력 버튼을 누르면 뜨는 수정이력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 클릭으로 수정이력 모달창으로 지원신청서의 수정이력을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0921" y="1068699"/>
            <a:ext cx="8189770" cy="513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1368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승인요청 및 취소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637309"/>
            <a:ext cx="8491963" cy="60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42695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지원계획서가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지원자에대한 지원계획을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849061"/>
            <a:ext cx="8464253" cy="5658640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2928938" y="10572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36751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 후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승인된 글을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784697"/>
            <a:ext cx="8473490" cy="5639587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2919413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40945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반려시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반려된 지원계획서의 수정 버튼 누르면 해당 글이 우측에 나타나며 수정할수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수정화면에서 원래 데이터가 표시되어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로딩되고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원본글을 유지한 상태에서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요청시 재확인 모달창으로 확인 후 검토중으로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Dv-007,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1819" y="897111"/>
            <a:ext cx="7857028" cy="54907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2" y="11144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526591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지원결과서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지원결과서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지원결과서가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지원결과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지원계획에 대한 지원결과을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파일첨부 버튼을 눌러 다중파일 첨부가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폼 작성 완료 후 승인요청 버튼을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지원결과서가 승인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반려되면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에서 목록을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반려된 지원결과서의 경우 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 수정버튼을 눌러 오른쪽에서 수정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재승인요청이 가능하다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8195" y="1063206"/>
            <a:ext cx="8266642" cy="521842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29540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358442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내정보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정보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표현하는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기관 담당자의 정보가 나타난다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내정보수정 버튼을 누르면 모달창을 통해 담당자의 정보를 수정한다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: Dv-19]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본인이 담당하는 지원자의 목록을 표시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지원자 등록할 수 있는 화면이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 등록에 필요한 입력창들로 구성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이름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생년월일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성별을 라디오버튼으로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주소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장애 유형 선택</a:t>
                      </a:r>
                      <a:br>
                        <a:rPr lang="en-US" altLang="ko-KR" sz="1000">
                          <a:solidFill>
                            <a:schemeClr val="dk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선택 내역 중 없으면 기타 선택 후 직접 입력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등록일은 등록일 기준으로 자동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모달창으로 재확인 후 통해 담당자의 정보를 등록 또는 입력값 초기화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707" y="1114556"/>
            <a:ext cx="8363938" cy="4914636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3071813" y="1466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75867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본인정보수정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본인의 정보 수정 버튼 누를 시 나오는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탈퇴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수정 또는 취소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25184" y="895824"/>
            <a:ext cx="480127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94039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정보 수정 및 탈퇴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7672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문의하기 버튼 누르면 문의하기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작성자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날짜를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선택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검색어를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박스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검색하기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검색어를 통해 필터된 항목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지원자들의 문의내용에 대한 정보가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제목을 누를 경우 하부에 질문 및 답변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지원자가 작성한 질문에 대한 답변을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 버튼을 누르면 작성한 답변이 등록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답변등록이 됐을 경우 답변완료로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답변수정을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나와 답변등록 버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    튼이 생깁니다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삭제버튼을 누르면 작성한 답변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기관 관리자의 경우 문의 작성글을 체크박스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단건 및 다중삭제를 할 수 있는 버튼이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각각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[1],[2]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에서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5590" y="825412"/>
            <a:ext cx="8193759" cy="5498756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3062288" y="1047750"/>
            <a:ext cx="723900" cy="33337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3024187" y="1085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809437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후 메인 화면에서 센터의 모든 지원자들의 신청현황을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 보기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이동해 해당 지원자의 지원신청서를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기관담당자 미배정 지원자의 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모달창으로 담당자 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이름을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담당자 변경이나 담당자 추가배정이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제출한 지원자의 대기단계를 대기단계승인 버튼을 눌러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담당자는 배정되었으나 담당자가 아직 대기단계 제출을 하지 않은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담당자가 지원계획서를 제출한 시점에서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대기단계가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지원결과의 경우도 동일하게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지원계획을 승인한 시점에서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해당 지원자의 원래 대기단계인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 보기버튼을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Cdv-007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사이드바에서 상세검색이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630" y="866347"/>
            <a:ext cx="8273412" cy="5198124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3776661" y="12953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212048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첫화면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승인모달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메인화면에 따른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357" y="1093752"/>
            <a:ext cx="8264532" cy="517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21155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지원신청서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지원신청서를 관리하는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제출한 지원자의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탭에서 지원신청서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상담내역을 선택해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누가 수정했는지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지원자의 지원신청서의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기관관리자가 승인해야 할 계획서나 결과서가 있다면 이 섹션에서 확인 가능하며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승인과 반려를 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032" y="952070"/>
            <a:ext cx="8049603" cy="5083131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3843336" y="1304924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05401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지원계획서 관리페이지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목록을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계획서의 작성일과 승인일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반려일이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승인이 필요한 지원계획서 목록이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승인버튼을 누르면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967" y="961597"/>
            <a:ext cx="8261220" cy="520150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31444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692594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승인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반려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반려사유를 입력하고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최종 반려가 제출된다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지원계획서가 승인된다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7573" y="1068700"/>
            <a:ext cx="8220191" cy="51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66594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지원결과서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지원결과서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된 지원결과서 목록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승인해야 할 지원결과 목록이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지원결과 승인과 반려는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같다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5541" y="1109233"/>
            <a:ext cx="8244612" cy="517293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4477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621544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상담내역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상담내역 확인 테이블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작성한 상담내역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700" y="1090165"/>
            <a:ext cx="8247330" cy="51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88959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담당자관리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담당자관리 버튼으로 관리페이지에 진입한다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 검색박스에서 담당자명을 드롭박스에서 선택하거나 담당자명을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센터이름과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센터에 소속된 담당자 정보를 한번에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변동이 있는 담당자를 체크박스로 다중선택한다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사용 승인이 필요한 담당자를 한번에 승인하거나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퇴직한 담당자의 정보를 한번에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승인여부가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정보수정은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회원관리 탭은 같은 디자인을 공유한다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기능도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좌측 사이드바에서 회원검색을 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050" y="1204465"/>
            <a:ext cx="7992899" cy="502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93494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Cdv-009-1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클릭하면 나타나는 모달창에서 해당 담당자의 정보수정이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최종적인 수정이 이루어진다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선택된 담당자를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5089" y="1137592"/>
            <a:ext cx="8078342" cy="510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87384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본인 정보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기관정보 수정을 할 수 있는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 나의 정보가 표시되고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내정보 수정 버튼을 누르면 연락처와 이메일만 수정이 가능하도록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전환되어 나의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기관의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기관명과 주소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전화번호 수정이 가능하며 기관 담당자 수는 자동으로 업데이트되어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3625" y="1080640"/>
            <a:ext cx="8074861" cy="507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30551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기관명을 셀렉트 드롭 다운 선택을 통해 기관을 선택 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 입력 창에 기관명이나 주소 등을 입력하여 직접 검색도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선택삭제를 통해 원하고자는 하는 기관만 선택하여 삭제가능하다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운영여부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 종료된 기관은 삭제 시켜 데이터가 표시되는 데이터가 남지 않게하게 깔끔하게 정리한다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수정을 통해 기관의 운영을 종료시킨다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기관등록 버튼을 이용하여 초기 기관 등록을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02" y="1320195"/>
            <a:ext cx="8259203" cy="460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77443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등록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/>
                        <a:t>Sdv-001</a:t>
                      </a:r>
                      <a:r>
                        <a:rPr lang="ko-KR" altLang="en-US" sz="1000"/>
                        <a:t>에 만들어둔 등록 버튼을 클릭하면 기관 등록 모달창이 발생한다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등록시 운영 여부는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운영</a:t>
                      </a:r>
                      <a:r>
                        <a:rPr lang="en-US" altLang="ko-KR" sz="1000"/>
                        <a:t>’ </a:t>
                      </a:r>
                      <a:r>
                        <a:rPr lang="ko-KR" altLang="en-US" sz="1000"/>
                        <a:t>으로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운영이 종료되면 수정버튼을 눌러 종료로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2497" y="1074557"/>
            <a:ext cx="8348762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97270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상세검색에서 기관 셀렉트를 통해 기관을 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이렇게하면 미승인된 것을 한번에 승인 가능하게 하기 위해서다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미승인된 기관 관리자를 사용 승인을 눌러 대기에서 승인 상태로 변경해준다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수정을 통해 관리자의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똑같은 화면에서 일괄 사용승인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일괄 삭제가 가능하다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5344" y="1258626"/>
            <a:ext cx="8304969" cy="470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29824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담당자 등록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기관 관리자 등록 버튼을 누르면 기관 관리자 등록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등록창과 수정창은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수정의 경우 비밀번호 이중확인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 들어간다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124" y="1314991"/>
            <a:ext cx="8060057" cy="46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83697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신청 현황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 신청 현황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기간을 선택하여 날짜 기간을 선택하여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 검색창에 지원자 이름을 넣어 찾울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 검색창에 담당자 이름을 넣어 찾을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 검색창에 보호자 이름을 넣어 찾을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단계를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진행상황을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9921" y="1391042"/>
            <a:ext cx="8072567" cy="449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02978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7014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지원사유는 조사지의 제목 부분이다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긴급지원 필요는 지원사유 밑 조사지의 부제목이다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번과 동일하게 조사지의 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지원 필요만 조사지에 보이고 즉시지원 인식 및 서비스 필요는 개요다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질문을 전체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 삭제를 이용하여 삭제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질문이 보이는 곳이다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지원서 항목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지원서항목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세부항목을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세부항목을 입력해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 추가 버튼을 이용하여 조사지 질문지에 메인 질문을 추가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지원 사유 제목을 수정 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긴급 지원 필요 부제목을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메인 질문도 수정 버튼을 눌러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모든 조사지 항목 수정내역을 저장하여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저장을 눌러 최종 저장을 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7521" y="1253585"/>
            <a:ext cx="8196577" cy="45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65775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Sdv-007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 수정 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지원항목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세부항목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있는 지원서 항목 수정 버튼을 누르면 수정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세부항목 추가 모달창도 지원서 항목 수정 모달창과 같은 형식이다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하지만 비고가 들어가 짧은 설명을  선택하여 추가 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4436" y="1354384"/>
            <a:ext cx="8040222" cy="436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91991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등록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질문 등록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/>
                        <a:t>에 있는 조사지 질문 등록 버튼을 누르면 조사지 질문 등록 모달창이 뜬다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질문을 입력할 수 있는 텍스트 창이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 유형은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o/x,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사유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형식으로 골라서 등록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조사지 질문 수정도 등록과 같은 형식을 이용한다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440" y="1183409"/>
            <a:ext cx="8095175" cy="467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88681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수정 이력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수정 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Dv-409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수정 내역을 누르면 조사지 수정이력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수정이력은 수정날짜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수정부분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형태로 저장되어 수정 된 곳을 직관적이게 보게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4885" y="1235009"/>
            <a:ext cx="8221149" cy="474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6032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</ep:Words>
  <ep:PresentationFormat>와이드스크린</ep:PresentationFormat>
  <ep:Paragraphs>13</ep:Paragraphs>
  <ep:Slides>31</ep:Slides>
  <ep:Notes>31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ep:HeadingPairs>
  <ep:TitlesOfParts>
    <vt:vector size="3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2025-12-17T05:34:41.663</dcterms:modified>
  <cp:revision>125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